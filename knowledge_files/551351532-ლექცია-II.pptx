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3" r:id="rId3"/>
    <p:sldId id="272" r:id="rId4"/>
    <p:sldId id="270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6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756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theme" Target="theme/theme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tableStyles" Target="tableStyles.xml" 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B4333F-91C0-47A8-9D07-6455FB8139AE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EC768FD-576B-4BCE-BB44-461D6F4AC7DF}">
      <dgm:prSet phldrT="[Text]"/>
      <dgm:spPr/>
      <dgm:t>
        <a:bodyPr/>
        <a:lstStyle/>
        <a:p>
          <a:r>
            <a:rPr lang="ka-GE" dirty="0"/>
            <a:t>ფინანსური ანგარიშგება</a:t>
          </a:r>
          <a:endParaRPr lang="en-US" dirty="0"/>
        </a:p>
      </dgm:t>
    </dgm:pt>
    <dgm:pt modelId="{BF06C3FD-3C43-4C99-888E-A1F781E5D994}" type="parTrans" cxnId="{15B03C2E-7F05-48E5-A052-9280BBA87ED0}">
      <dgm:prSet/>
      <dgm:spPr/>
      <dgm:t>
        <a:bodyPr/>
        <a:lstStyle/>
        <a:p>
          <a:endParaRPr lang="en-US"/>
        </a:p>
      </dgm:t>
    </dgm:pt>
    <dgm:pt modelId="{E3674A34-7AA0-4BC1-8349-31914694FF97}" type="sibTrans" cxnId="{15B03C2E-7F05-48E5-A052-9280BBA87ED0}">
      <dgm:prSet/>
      <dgm:spPr/>
      <dgm:t>
        <a:bodyPr/>
        <a:lstStyle/>
        <a:p>
          <a:endParaRPr lang="en-US"/>
        </a:p>
      </dgm:t>
    </dgm:pt>
    <dgm:pt modelId="{A2105BBE-8410-424C-A121-F5955F2A5B97}">
      <dgm:prSet phldrT="[Text]"/>
      <dgm:spPr/>
      <dgm:t>
        <a:bodyPr/>
        <a:lstStyle/>
        <a:p>
          <a:r>
            <a:rPr lang="ka-GE" dirty="0"/>
            <a:t>ბალანსი</a:t>
          </a:r>
          <a:endParaRPr lang="en-US" dirty="0"/>
        </a:p>
      </dgm:t>
    </dgm:pt>
    <dgm:pt modelId="{0367520D-14BD-469C-95F2-64121C0695DE}" type="parTrans" cxnId="{6EBA3D25-D348-4D41-84E0-040EC119F08E}">
      <dgm:prSet/>
      <dgm:spPr/>
      <dgm:t>
        <a:bodyPr/>
        <a:lstStyle/>
        <a:p>
          <a:endParaRPr lang="en-US"/>
        </a:p>
      </dgm:t>
    </dgm:pt>
    <dgm:pt modelId="{5F0E5E4F-C8D8-4EFE-85D1-09CB808C1807}" type="sibTrans" cxnId="{6EBA3D25-D348-4D41-84E0-040EC119F08E}">
      <dgm:prSet/>
      <dgm:spPr/>
      <dgm:t>
        <a:bodyPr/>
        <a:lstStyle/>
        <a:p>
          <a:endParaRPr lang="en-US"/>
        </a:p>
      </dgm:t>
    </dgm:pt>
    <dgm:pt modelId="{6652CF6A-91B7-4400-B8EF-DA14585A4856}">
      <dgm:prSet phldrT="[Text]"/>
      <dgm:spPr/>
      <dgm:t>
        <a:bodyPr/>
        <a:lstStyle/>
        <a:p>
          <a:r>
            <a:rPr lang="ka-GE"/>
            <a:t>მოგებისა და ზარალის ანგარიში</a:t>
          </a:r>
          <a:endParaRPr lang="en-US" dirty="0"/>
        </a:p>
      </dgm:t>
    </dgm:pt>
    <dgm:pt modelId="{4EAE9258-01E8-4820-9C69-E3EDEA0CEF9F}" type="parTrans" cxnId="{CC82542E-7035-4F6D-9AB3-DC92519130E4}">
      <dgm:prSet/>
      <dgm:spPr/>
      <dgm:t>
        <a:bodyPr/>
        <a:lstStyle/>
        <a:p>
          <a:endParaRPr lang="en-US"/>
        </a:p>
      </dgm:t>
    </dgm:pt>
    <dgm:pt modelId="{4D67F72D-F91E-491C-865C-3C4EDD5F9BE0}" type="sibTrans" cxnId="{CC82542E-7035-4F6D-9AB3-DC92519130E4}">
      <dgm:prSet/>
      <dgm:spPr/>
      <dgm:t>
        <a:bodyPr/>
        <a:lstStyle/>
        <a:p>
          <a:endParaRPr lang="en-US"/>
        </a:p>
      </dgm:t>
    </dgm:pt>
    <dgm:pt modelId="{AAFE9240-5101-4B87-A5F6-5E30EC6BEC91}" type="pres">
      <dgm:prSet presAssocID="{94B4333F-91C0-47A8-9D07-6455FB8139A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C389481-5D45-4B22-8937-2D31EF8A8811}" type="pres">
      <dgm:prSet presAssocID="{5EC768FD-576B-4BCE-BB44-461D6F4AC7DF}" presName="hierRoot1" presStyleCnt="0"/>
      <dgm:spPr/>
    </dgm:pt>
    <dgm:pt modelId="{B8E1932F-C849-46CE-AC30-9DA3A9746F77}" type="pres">
      <dgm:prSet presAssocID="{5EC768FD-576B-4BCE-BB44-461D6F4AC7DF}" presName="composite" presStyleCnt="0"/>
      <dgm:spPr/>
    </dgm:pt>
    <dgm:pt modelId="{69E2EA66-226A-436E-B9E3-220CB504707D}" type="pres">
      <dgm:prSet presAssocID="{5EC768FD-576B-4BCE-BB44-461D6F4AC7DF}" presName="background" presStyleLbl="node0" presStyleIdx="0" presStyleCnt="1"/>
      <dgm:spPr/>
    </dgm:pt>
    <dgm:pt modelId="{5257D01A-3376-4CBA-B3AB-0DD3F409028B}" type="pres">
      <dgm:prSet presAssocID="{5EC768FD-576B-4BCE-BB44-461D6F4AC7DF}" presName="text" presStyleLbl="fgAcc0" presStyleIdx="0" presStyleCnt="1" custScaleX="176956" custScaleY="58254">
        <dgm:presLayoutVars>
          <dgm:chPref val="3"/>
        </dgm:presLayoutVars>
      </dgm:prSet>
      <dgm:spPr/>
    </dgm:pt>
    <dgm:pt modelId="{9826442B-05EE-4522-9D22-8BB0E7A8C7C9}" type="pres">
      <dgm:prSet presAssocID="{5EC768FD-576B-4BCE-BB44-461D6F4AC7DF}" presName="hierChild2" presStyleCnt="0"/>
      <dgm:spPr/>
    </dgm:pt>
    <dgm:pt modelId="{A6DB1867-E13E-42D9-BA27-BE1716D6DA96}" type="pres">
      <dgm:prSet presAssocID="{0367520D-14BD-469C-95F2-64121C0695DE}" presName="Name10" presStyleLbl="parChTrans1D2" presStyleIdx="0" presStyleCnt="2"/>
      <dgm:spPr/>
    </dgm:pt>
    <dgm:pt modelId="{BF3FD28F-9E73-42C7-B6C4-5F87797CD488}" type="pres">
      <dgm:prSet presAssocID="{A2105BBE-8410-424C-A121-F5955F2A5B97}" presName="hierRoot2" presStyleCnt="0"/>
      <dgm:spPr/>
    </dgm:pt>
    <dgm:pt modelId="{82FBCF8C-0D63-4FE9-B433-D44A80B7AECB}" type="pres">
      <dgm:prSet presAssocID="{A2105BBE-8410-424C-A121-F5955F2A5B97}" presName="composite2" presStyleCnt="0"/>
      <dgm:spPr/>
    </dgm:pt>
    <dgm:pt modelId="{B0686EDE-83E5-48F4-BD8D-F10A53526BA7}" type="pres">
      <dgm:prSet presAssocID="{A2105BBE-8410-424C-A121-F5955F2A5B97}" presName="background2" presStyleLbl="node2" presStyleIdx="0" presStyleCnt="2"/>
      <dgm:spPr/>
    </dgm:pt>
    <dgm:pt modelId="{26B41CFA-F4D1-4912-89D2-765AF36A7462}" type="pres">
      <dgm:prSet presAssocID="{A2105BBE-8410-424C-A121-F5955F2A5B97}" presName="text2" presStyleLbl="fgAcc2" presStyleIdx="0" presStyleCnt="2" custScaleY="61362">
        <dgm:presLayoutVars>
          <dgm:chPref val="3"/>
        </dgm:presLayoutVars>
      </dgm:prSet>
      <dgm:spPr/>
    </dgm:pt>
    <dgm:pt modelId="{0F8082B2-DDD4-447F-B8D4-8D746262CDF6}" type="pres">
      <dgm:prSet presAssocID="{A2105BBE-8410-424C-A121-F5955F2A5B97}" presName="hierChild3" presStyleCnt="0"/>
      <dgm:spPr/>
    </dgm:pt>
    <dgm:pt modelId="{8A5D83AC-E917-4ED5-B52E-BAA5F6D4B405}" type="pres">
      <dgm:prSet presAssocID="{4EAE9258-01E8-4820-9C69-E3EDEA0CEF9F}" presName="Name10" presStyleLbl="parChTrans1D2" presStyleIdx="1" presStyleCnt="2"/>
      <dgm:spPr/>
    </dgm:pt>
    <dgm:pt modelId="{AF99C32D-5DFB-43BE-955D-684B0B076DD2}" type="pres">
      <dgm:prSet presAssocID="{6652CF6A-91B7-4400-B8EF-DA14585A4856}" presName="hierRoot2" presStyleCnt="0"/>
      <dgm:spPr/>
    </dgm:pt>
    <dgm:pt modelId="{A9892B84-AE62-4235-A68D-4412C1B4C60E}" type="pres">
      <dgm:prSet presAssocID="{6652CF6A-91B7-4400-B8EF-DA14585A4856}" presName="composite2" presStyleCnt="0"/>
      <dgm:spPr/>
    </dgm:pt>
    <dgm:pt modelId="{56352AAF-D227-4A7F-86C4-A8BF68F46A66}" type="pres">
      <dgm:prSet presAssocID="{6652CF6A-91B7-4400-B8EF-DA14585A4856}" presName="background2" presStyleLbl="node2" presStyleIdx="1" presStyleCnt="2"/>
      <dgm:spPr/>
    </dgm:pt>
    <dgm:pt modelId="{47F72BAE-2D1C-4BA5-965A-3621D685819F}" type="pres">
      <dgm:prSet presAssocID="{6652CF6A-91B7-4400-B8EF-DA14585A4856}" presName="text2" presStyleLbl="fgAcc2" presStyleIdx="1" presStyleCnt="2" custScaleY="60254">
        <dgm:presLayoutVars>
          <dgm:chPref val="3"/>
        </dgm:presLayoutVars>
      </dgm:prSet>
      <dgm:spPr/>
    </dgm:pt>
    <dgm:pt modelId="{0F3798E7-09A6-4AF5-B323-FE37B164C0D8}" type="pres">
      <dgm:prSet presAssocID="{6652CF6A-91B7-4400-B8EF-DA14585A4856}" presName="hierChild3" presStyleCnt="0"/>
      <dgm:spPr/>
    </dgm:pt>
  </dgm:ptLst>
  <dgm:cxnLst>
    <dgm:cxn modelId="{FFC96A19-A6A7-41EF-A233-E72E8F24D71A}" type="presOf" srcId="{4EAE9258-01E8-4820-9C69-E3EDEA0CEF9F}" destId="{8A5D83AC-E917-4ED5-B52E-BAA5F6D4B405}" srcOrd="0" destOrd="0" presId="urn:microsoft.com/office/officeart/2005/8/layout/hierarchy1"/>
    <dgm:cxn modelId="{6EBA3D25-D348-4D41-84E0-040EC119F08E}" srcId="{5EC768FD-576B-4BCE-BB44-461D6F4AC7DF}" destId="{A2105BBE-8410-424C-A121-F5955F2A5B97}" srcOrd="0" destOrd="0" parTransId="{0367520D-14BD-469C-95F2-64121C0695DE}" sibTransId="{5F0E5E4F-C8D8-4EFE-85D1-09CB808C1807}"/>
    <dgm:cxn modelId="{15B03C2E-7F05-48E5-A052-9280BBA87ED0}" srcId="{94B4333F-91C0-47A8-9D07-6455FB8139AE}" destId="{5EC768FD-576B-4BCE-BB44-461D6F4AC7DF}" srcOrd="0" destOrd="0" parTransId="{BF06C3FD-3C43-4C99-888E-A1F781E5D994}" sibTransId="{E3674A34-7AA0-4BC1-8349-31914694FF97}"/>
    <dgm:cxn modelId="{CC82542E-7035-4F6D-9AB3-DC92519130E4}" srcId="{5EC768FD-576B-4BCE-BB44-461D6F4AC7DF}" destId="{6652CF6A-91B7-4400-B8EF-DA14585A4856}" srcOrd="1" destOrd="0" parTransId="{4EAE9258-01E8-4820-9C69-E3EDEA0CEF9F}" sibTransId="{4D67F72D-F91E-491C-865C-3C4EDD5F9BE0}"/>
    <dgm:cxn modelId="{16CDD92F-1C96-498B-A1AA-569C4CBC2849}" type="presOf" srcId="{6652CF6A-91B7-4400-B8EF-DA14585A4856}" destId="{47F72BAE-2D1C-4BA5-965A-3621D685819F}" srcOrd="0" destOrd="0" presId="urn:microsoft.com/office/officeart/2005/8/layout/hierarchy1"/>
    <dgm:cxn modelId="{75960530-A2C5-48FE-81D2-8696A5CAEBAB}" type="presOf" srcId="{5EC768FD-576B-4BCE-BB44-461D6F4AC7DF}" destId="{5257D01A-3376-4CBA-B3AB-0DD3F409028B}" srcOrd="0" destOrd="0" presId="urn:microsoft.com/office/officeart/2005/8/layout/hierarchy1"/>
    <dgm:cxn modelId="{7D7E7F31-C39E-4CB4-B65A-488681090050}" type="presOf" srcId="{A2105BBE-8410-424C-A121-F5955F2A5B97}" destId="{26B41CFA-F4D1-4912-89D2-765AF36A7462}" srcOrd="0" destOrd="0" presId="urn:microsoft.com/office/officeart/2005/8/layout/hierarchy1"/>
    <dgm:cxn modelId="{D59EFF43-0DC7-4C15-8F32-65DE9A87D519}" type="presOf" srcId="{94B4333F-91C0-47A8-9D07-6455FB8139AE}" destId="{AAFE9240-5101-4B87-A5F6-5E30EC6BEC91}" srcOrd="0" destOrd="0" presId="urn:microsoft.com/office/officeart/2005/8/layout/hierarchy1"/>
    <dgm:cxn modelId="{8D184BAC-9BB0-4653-90C0-8B3CBB7A022C}" type="presOf" srcId="{0367520D-14BD-469C-95F2-64121C0695DE}" destId="{A6DB1867-E13E-42D9-BA27-BE1716D6DA96}" srcOrd="0" destOrd="0" presId="urn:microsoft.com/office/officeart/2005/8/layout/hierarchy1"/>
    <dgm:cxn modelId="{E6450C38-210E-4C82-8F0E-B5D9C7FF5B16}" type="presParOf" srcId="{AAFE9240-5101-4B87-A5F6-5E30EC6BEC91}" destId="{DC389481-5D45-4B22-8937-2D31EF8A8811}" srcOrd="0" destOrd="0" presId="urn:microsoft.com/office/officeart/2005/8/layout/hierarchy1"/>
    <dgm:cxn modelId="{49861DCE-7733-4EEF-8707-4DACF72B6707}" type="presParOf" srcId="{DC389481-5D45-4B22-8937-2D31EF8A8811}" destId="{B8E1932F-C849-46CE-AC30-9DA3A9746F77}" srcOrd="0" destOrd="0" presId="urn:microsoft.com/office/officeart/2005/8/layout/hierarchy1"/>
    <dgm:cxn modelId="{D63106BF-268B-41E1-A3B5-CC06CB66BECA}" type="presParOf" srcId="{B8E1932F-C849-46CE-AC30-9DA3A9746F77}" destId="{69E2EA66-226A-436E-B9E3-220CB504707D}" srcOrd="0" destOrd="0" presId="urn:microsoft.com/office/officeart/2005/8/layout/hierarchy1"/>
    <dgm:cxn modelId="{1EC7AF4C-F6AA-4745-A995-3E11260EA756}" type="presParOf" srcId="{B8E1932F-C849-46CE-AC30-9DA3A9746F77}" destId="{5257D01A-3376-4CBA-B3AB-0DD3F409028B}" srcOrd="1" destOrd="0" presId="urn:microsoft.com/office/officeart/2005/8/layout/hierarchy1"/>
    <dgm:cxn modelId="{0FB03323-DAB0-4024-BA36-D81FB3ED922C}" type="presParOf" srcId="{DC389481-5D45-4B22-8937-2D31EF8A8811}" destId="{9826442B-05EE-4522-9D22-8BB0E7A8C7C9}" srcOrd="1" destOrd="0" presId="urn:microsoft.com/office/officeart/2005/8/layout/hierarchy1"/>
    <dgm:cxn modelId="{44A51139-8B6C-455F-9983-E5732BD7A477}" type="presParOf" srcId="{9826442B-05EE-4522-9D22-8BB0E7A8C7C9}" destId="{A6DB1867-E13E-42D9-BA27-BE1716D6DA96}" srcOrd="0" destOrd="0" presId="urn:microsoft.com/office/officeart/2005/8/layout/hierarchy1"/>
    <dgm:cxn modelId="{93ECFCF3-5054-4EB5-A3C8-088FC37A4854}" type="presParOf" srcId="{9826442B-05EE-4522-9D22-8BB0E7A8C7C9}" destId="{BF3FD28F-9E73-42C7-B6C4-5F87797CD488}" srcOrd="1" destOrd="0" presId="urn:microsoft.com/office/officeart/2005/8/layout/hierarchy1"/>
    <dgm:cxn modelId="{15B413B3-4B2A-4E6B-8C27-48D722E53115}" type="presParOf" srcId="{BF3FD28F-9E73-42C7-B6C4-5F87797CD488}" destId="{82FBCF8C-0D63-4FE9-B433-D44A80B7AECB}" srcOrd="0" destOrd="0" presId="urn:microsoft.com/office/officeart/2005/8/layout/hierarchy1"/>
    <dgm:cxn modelId="{789BCB91-4FAC-4232-B5C2-23DE03706D32}" type="presParOf" srcId="{82FBCF8C-0D63-4FE9-B433-D44A80B7AECB}" destId="{B0686EDE-83E5-48F4-BD8D-F10A53526BA7}" srcOrd="0" destOrd="0" presId="urn:microsoft.com/office/officeart/2005/8/layout/hierarchy1"/>
    <dgm:cxn modelId="{F33901AF-C9D9-4C98-97AC-A08FA2FB662D}" type="presParOf" srcId="{82FBCF8C-0D63-4FE9-B433-D44A80B7AECB}" destId="{26B41CFA-F4D1-4912-89D2-765AF36A7462}" srcOrd="1" destOrd="0" presId="urn:microsoft.com/office/officeart/2005/8/layout/hierarchy1"/>
    <dgm:cxn modelId="{B70BB2F2-37E0-48E3-92A5-8C18F46E3242}" type="presParOf" srcId="{BF3FD28F-9E73-42C7-B6C4-5F87797CD488}" destId="{0F8082B2-DDD4-447F-B8D4-8D746262CDF6}" srcOrd="1" destOrd="0" presId="urn:microsoft.com/office/officeart/2005/8/layout/hierarchy1"/>
    <dgm:cxn modelId="{458ABF2D-98F5-40AC-ACA9-E10997486239}" type="presParOf" srcId="{9826442B-05EE-4522-9D22-8BB0E7A8C7C9}" destId="{8A5D83AC-E917-4ED5-B52E-BAA5F6D4B405}" srcOrd="2" destOrd="0" presId="urn:microsoft.com/office/officeart/2005/8/layout/hierarchy1"/>
    <dgm:cxn modelId="{194FBBC6-E592-45DA-A883-0FCE4E42CC92}" type="presParOf" srcId="{9826442B-05EE-4522-9D22-8BB0E7A8C7C9}" destId="{AF99C32D-5DFB-43BE-955D-684B0B076DD2}" srcOrd="3" destOrd="0" presId="urn:microsoft.com/office/officeart/2005/8/layout/hierarchy1"/>
    <dgm:cxn modelId="{B76A547B-E8D0-4721-B14C-73932F11C80E}" type="presParOf" srcId="{AF99C32D-5DFB-43BE-955D-684B0B076DD2}" destId="{A9892B84-AE62-4235-A68D-4412C1B4C60E}" srcOrd="0" destOrd="0" presId="urn:microsoft.com/office/officeart/2005/8/layout/hierarchy1"/>
    <dgm:cxn modelId="{A3482EB2-2D4E-4562-9C91-FEB835E76934}" type="presParOf" srcId="{A9892B84-AE62-4235-A68D-4412C1B4C60E}" destId="{56352AAF-D227-4A7F-86C4-A8BF68F46A66}" srcOrd="0" destOrd="0" presId="urn:microsoft.com/office/officeart/2005/8/layout/hierarchy1"/>
    <dgm:cxn modelId="{C4948127-3644-4874-ABF7-6E813C612ADC}" type="presParOf" srcId="{A9892B84-AE62-4235-A68D-4412C1B4C60E}" destId="{47F72BAE-2D1C-4BA5-965A-3621D685819F}" srcOrd="1" destOrd="0" presId="urn:microsoft.com/office/officeart/2005/8/layout/hierarchy1"/>
    <dgm:cxn modelId="{EA8B7756-57FC-49C5-AB15-A447AF6185AE}" type="presParOf" srcId="{AF99C32D-5DFB-43BE-955D-684B0B076DD2}" destId="{0F3798E7-09A6-4AF5-B323-FE37B164C0D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A920891-8AE2-410A-A03B-1FE0AF1307FA}" type="doc">
      <dgm:prSet loTypeId="urn:microsoft.com/office/officeart/2005/8/layout/hierarchy4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D607C47-0753-42BC-8841-890BD6012585}">
      <dgm:prSet phldrT="[Text]" custT="1"/>
      <dgm:spPr/>
      <dgm:t>
        <a:bodyPr/>
        <a:lstStyle/>
        <a:p>
          <a:r>
            <a:rPr lang="ka-GE" sz="4000" dirty="0"/>
            <a:t>აქტივები</a:t>
          </a:r>
          <a:r>
            <a:rPr lang="ka-GE" sz="5400" dirty="0"/>
            <a:t> = </a:t>
          </a:r>
        </a:p>
        <a:p>
          <a:r>
            <a:rPr lang="ka-GE" sz="4000" dirty="0"/>
            <a:t>მფლობელის კაპიტალს + ვალდებულებები</a:t>
          </a:r>
          <a:endParaRPr lang="en-US" sz="4000" dirty="0"/>
        </a:p>
      </dgm:t>
    </dgm:pt>
    <dgm:pt modelId="{67E074FC-87AF-4198-B5E8-324D2E9F0F23}" type="parTrans" cxnId="{7F4EA60C-EB21-4395-8FAC-CF88DE4FA557}">
      <dgm:prSet/>
      <dgm:spPr/>
      <dgm:t>
        <a:bodyPr/>
        <a:lstStyle/>
        <a:p>
          <a:endParaRPr lang="en-US"/>
        </a:p>
      </dgm:t>
    </dgm:pt>
    <dgm:pt modelId="{C39C7A1A-760F-4D8C-B9FC-048A9665FA5F}" type="sibTrans" cxnId="{7F4EA60C-EB21-4395-8FAC-CF88DE4FA557}">
      <dgm:prSet/>
      <dgm:spPr/>
      <dgm:t>
        <a:bodyPr/>
        <a:lstStyle/>
        <a:p>
          <a:endParaRPr lang="en-US"/>
        </a:p>
      </dgm:t>
    </dgm:pt>
    <dgm:pt modelId="{E4380BFD-1155-4D04-9E92-EDAF6D67BE1D}" type="pres">
      <dgm:prSet presAssocID="{1A920891-8AE2-410A-A03B-1FE0AF1307FA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4D8A346-0B37-415F-A267-4CFCBC71242E}" type="pres">
      <dgm:prSet presAssocID="{5D607C47-0753-42BC-8841-890BD6012585}" presName="vertOne" presStyleCnt="0"/>
      <dgm:spPr/>
    </dgm:pt>
    <dgm:pt modelId="{630B7AF7-801A-438B-A279-9B65CDE6097F}" type="pres">
      <dgm:prSet presAssocID="{5D607C47-0753-42BC-8841-890BD6012585}" presName="txOne" presStyleLbl="node0" presStyleIdx="0" presStyleCnt="1">
        <dgm:presLayoutVars>
          <dgm:chPref val="3"/>
        </dgm:presLayoutVars>
      </dgm:prSet>
      <dgm:spPr/>
    </dgm:pt>
    <dgm:pt modelId="{32C36513-9DAE-4F34-9E43-0FCF9EE99330}" type="pres">
      <dgm:prSet presAssocID="{5D607C47-0753-42BC-8841-890BD6012585}" presName="horzOne" presStyleCnt="0"/>
      <dgm:spPr/>
    </dgm:pt>
  </dgm:ptLst>
  <dgm:cxnLst>
    <dgm:cxn modelId="{AF0DA204-2390-409F-82B4-FDE99C471F33}" type="presOf" srcId="{1A920891-8AE2-410A-A03B-1FE0AF1307FA}" destId="{E4380BFD-1155-4D04-9E92-EDAF6D67BE1D}" srcOrd="0" destOrd="0" presId="urn:microsoft.com/office/officeart/2005/8/layout/hierarchy4"/>
    <dgm:cxn modelId="{7F4EA60C-EB21-4395-8FAC-CF88DE4FA557}" srcId="{1A920891-8AE2-410A-A03B-1FE0AF1307FA}" destId="{5D607C47-0753-42BC-8841-890BD6012585}" srcOrd="0" destOrd="0" parTransId="{67E074FC-87AF-4198-B5E8-324D2E9F0F23}" sibTransId="{C39C7A1A-760F-4D8C-B9FC-048A9665FA5F}"/>
    <dgm:cxn modelId="{EEE63733-AAF2-4A08-B480-0C7596BE579F}" type="presOf" srcId="{5D607C47-0753-42BC-8841-890BD6012585}" destId="{630B7AF7-801A-438B-A279-9B65CDE6097F}" srcOrd="0" destOrd="0" presId="urn:microsoft.com/office/officeart/2005/8/layout/hierarchy4"/>
    <dgm:cxn modelId="{2460821B-6B28-42D2-B184-CB1FE3999F31}" type="presParOf" srcId="{E4380BFD-1155-4D04-9E92-EDAF6D67BE1D}" destId="{B4D8A346-0B37-415F-A267-4CFCBC71242E}" srcOrd="0" destOrd="0" presId="urn:microsoft.com/office/officeart/2005/8/layout/hierarchy4"/>
    <dgm:cxn modelId="{C4BD4AD2-B1E1-4656-B309-E5B4FD06CE3F}" type="presParOf" srcId="{B4D8A346-0B37-415F-A267-4CFCBC71242E}" destId="{630B7AF7-801A-438B-A279-9B65CDE6097F}" srcOrd="0" destOrd="0" presId="urn:microsoft.com/office/officeart/2005/8/layout/hierarchy4"/>
    <dgm:cxn modelId="{FEB2F2E5-B93E-43F2-A028-96753EA30AE2}" type="presParOf" srcId="{B4D8A346-0B37-415F-A267-4CFCBC71242E}" destId="{32C36513-9DAE-4F34-9E43-0FCF9EE99330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EB2C54B-CD66-400F-BC89-DCFB750EF8A8}" type="doc">
      <dgm:prSet loTypeId="urn:microsoft.com/office/officeart/2005/8/layout/hierarchy6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668EC5C-01B1-4F9C-BBE5-CCB6FF6C9EB9}">
      <dgm:prSet phldrT="[Text]" custT="1"/>
      <dgm:spPr/>
      <dgm:t>
        <a:bodyPr/>
        <a:lstStyle/>
        <a:p>
          <a:r>
            <a:rPr lang="ka-GE" sz="3200" dirty="0"/>
            <a:t>აქტივები</a:t>
          </a:r>
          <a:endParaRPr lang="en-US" sz="3200" dirty="0"/>
        </a:p>
      </dgm:t>
    </dgm:pt>
    <dgm:pt modelId="{F6E7F049-C12F-4721-8D9A-3F03078A712F}" type="parTrans" cxnId="{2D04C3DB-9307-49C4-AD86-3203A6E497A4}">
      <dgm:prSet/>
      <dgm:spPr/>
      <dgm:t>
        <a:bodyPr/>
        <a:lstStyle/>
        <a:p>
          <a:endParaRPr lang="en-US"/>
        </a:p>
      </dgm:t>
    </dgm:pt>
    <dgm:pt modelId="{1BA8EB43-79CA-4A14-89CF-071EC0F92AAB}" type="sibTrans" cxnId="{2D04C3DB-9307-49C4-AD86-3203A6E497A4}">
      <dgm:prSet/>
      <dgm:spPr/>
      <dgm:t>
        <a:bodyPr/>
        <a:lstStyle/>
        <a:p>
          <a:endParaRPr lang="en-US"/>
        </a:p>
      </dgm:t>
    </dgm:pt>
    <dgm:pt modelId="{B3358E8B-DEC7-47BC-B8FD-92971B648652}" type="asst">
      <dgm:prSet phldrT="[Text]" custT="1"/>
      <dgm:spPr/>
      <dgm:t>
        <a:bodyPr/>
        <a:lstStyle/>
        <a:p>
          <a:r>
            <a:rPr lang="ka-GE" sz="2000" dirty="0"/>
            <a:t>გრძელვადიანი აქტივები</a:t>
          </a:r>
          <a:endParaRPr lang="en-US" sz="2000" dirty="0"/>
        </a:p>
      </dgm:t>
    </dgm:pt>
    <dgm:pt modelId="{1E309E0E-D848-475F-BA6A-3B2CC7EF9BC1}" type="parTrans" cxnId="{7DFE072D-035C-42A9-9968-81E45DB003E1}">
      <dgm:prSet/>
      <dgm:spPr/>
      <dgm:t>
        <a:bodyPr/>
        <a:lstStyle/>
        <a:p>
          <a:endParaRPr lang="en-US"/>
        </a:p>
      </dgm:t>
    </dgm:pt>
    <dgm:pt modelId="{F8E259F2-5BB0-4460-8194-B5D8B492A251}" type="sibTrans" cxnId="{7DFE072D-035C-42A9-9968-81E45DB003E1}">
      <dgm:prSet/>
      <dgm:spPr/>
      <dgm:t>
        <a:bodyPr/>
        <a:lstStyle/>
        <a:p>
          <a:endParaRPr lang="en-US"/>
        </a:p>
      </dgm:t>
    </dgm:pt>
    <dgm:pt modelId="{F909A296-E6C0-4F10-943A-F62A38C8106C}" type="asst">
      <dgm:prSet phldrT="[Text]" custT="1"/>
      <dgm:spPr/>
      <dgm:t>
        <a:bodyPr/>
        <a:lstStyle/>
        <a:p>
          <a:r>
            <a:rPr lang="ka-GE" sz="2000" dirty="0"/>
            <a:t>მოკლევადიანი აქტივები</a:t>
          </a:r>
          <a:endParaRPr lang="en-US" sz="2000" dirty="0"/>
        </a:p>
      </dgm:t>
    </dgm:pt>
    <dgm:pt modelId="{082ADBDB-D258-432D-A8D0-43793A66E592}" type="parTrans" cxnId="{39005DB6-4C05-42CE-AB0F-49F7FD8CECB3}">
      <dgm:prSet/>
      <dgm:spPr/>
      <dgm:t>
        <a:bodyPr/>
        <a:lstStyle/>
        <a:p>
          <a:endParaRPr lang="en-US"/>
        </a:p>
      </dgm:t>
    </dgm:pt>
    <dgm:pt modelId="{03DA4116-45D6-4AAF-8A91-AD73DC02716A}" type="sibTrans" cxnId="{39005DB6-4C05-42CE-AB0F-49F7FD8CECB3}">
      <dgm:prSet/>
      <dgm:spPr/>
      <dgm:t>
        <a:bodyPr/>
        <a:lstStyle/>
        <a:p>
          <a:endParaRPr lang="en-US"/>
        </a:p>
      </dgm:t>
    </dgm:pt>
    <dgm:pt modelId="{0844CAB6-2FF2-4EB8-9A01-D6C31AC95FD0}" type="asst">
      <dgm:prSet phldrT="[Text]" custT="1"/>
      <dgm:spPr/>
      <dgm:t>
        <a:bodyPr/>
        <a:lstStyle/>
        <a:p>
          <a:r>
            <a:rPr lang="ka-GE" sz="1400" dirty="0"/>
            <a:t>ნებისმიერი მატერიალური ან არამატერიალური გრძელვადიანი აქტივი, რომელიც შეიძინეს საწარმოში ხანგრძლივი გამოყენების მიზნით;</a:t>
          </a:r>
          <a:br>
            <a:rPr lang="ka-GE" sz="1400" dirty="0"/>
          </a:br>
          <a:r>
            <a:rPr lang="ka-GE" sz="1400" dirty="0"/>
            <a:t>და არა გაყიდვის მიზნით საწარმოს ჩვეულებრივი საქმიანობის პირობებში</a:t>
          </a:r>
          <a:endParaRPr lang="en-US" sz="1400" dirty="0"/>
        </a:p>
      </dgm:t>
    </dgm:pt>
    <dgm:pt modelId="{5E95F73B-C552-44A7-9CEC-773E379C8FBF}" type="parTrans" cxnId="{FD4B166A-B538-40EF-82D5-8EAA3044A22B}">
      <dgm:prSet/>
      <dgm:spPr/>
      <dgm:t>
        <a:bodyPr/>
        <a:lstStyle/>
        <a:p>
          <a:endParaRPr lang="en-US"/>
        </a:p>
      </dgm:t>
    </dgm:pt>
    <dgm:pt modelId="{7E670FFF-875B-4158-A88E-1472DD8371B9}" type="sibTrans" cxnId="{FD4B166A-B538-40EF-82D5-8EAA3044A22B}">
      <dgm:prSet/>
      <dgm:spPr/>
      <dgm:t>
        <a:bodyPr/>
        <a:lstStyle/>
        <a:p>
          <a:endParaRPr lang="en-US"/>
        </a:p>
      </dgm:t>
    </dgm:pt>
    <dgm:pt modelId="{1828AF3C-0FFF-446E-AA7D-71B7BB06ABFC}" type="asst">
      <dgm:prSet phldrT="[Text]" custT="1"/>
      <dgm:spPr/>
      <dgm:t>
        <a:bodyPr/>
        <a:lstStyle/>
        <a:p>
          <a:r>
            <a:rPr lang="ka-GE" sz="1400" dirty="0"/>
            <a:t>აქტივები, რომლებიც უნდა გაიყიდოს საწარმოს ჩვეულებრივი საქმიანობის პირობებში;</a:t>
          </a:r>
          <a:br>
            <a:rPr lang="ka-GE" sz="1400" dirty="0"/>
          </a:br>
          <a:r>
            <a:rPr lang="ka-GE" sz="1400" dirty="0"/>
            <a:t>ბალანსში აისახება ლიკვიდურობის მიხედვით, ნაკლებ ლიკვიდური პირველად</a:t>
          </a:r>
          <a:endParaRPr lang="en-US" sz="1400" dirty="0"/>
        </a:p>
      </dgm:t>
    </dgm:pt>
    <dgm:pt modelId="{32D4BDAC-FCD4-4DF1-8A0E-16107C941E8B}" type="parTrans" cxnId="{FBB4D0F2-EAF1-4C01-8925-2497B1FAEC4F}">
      <dgm:prSet/>
      <dgm:spPr/>
      <dgm:t>
        <a:bodyPr/>
        <a:lstStyle/>
        <a:p>
          <a:endParaRPr lang="en-US"/>
        </a:p>
      </dgm:t>
    </dgm:pt>
    <dgm:pt modelId="{7C7B68F0-AF31-4888-BCA8-4AC9F7F9D6D2}" type="sibTrans" cxnId="{FBB4D0F2-EAF1-4C01-8925-2497B1FAEC4F}">
      <dgm:prSet/>
      <dgm:spPr/>
      <dgm:t>
        <a:bodyPr/>
        <a:lstStyle/>
        <a:p>
          <a:endParaRPr lang="en-US"/>
        </a:p>
      </dgm:t>
    </dgm:pt>
    <dgm:pt modelId="{5346E2AF-6E8B-499D-BA59-330A4B2ACA3C}" type="pres">
      <dgm:prSet presAssocID="{4EB2C54B-CD66-400F-BC89-DCFB750EF8A8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07403DAD-B4FB-44C9-BA5D-3767A9A6BA52}" type="pres">
      <dgm:prSet presAssocID="{4EB2C54B-CD66-400F-BC89-DCFB750EF8A8}" presName="hierFlow" presStyleCnt="0"/>
      <dgm:spPr/>
    </dgm:pt>
    <dgm:pt modelId="{5342FD31-F6C2-4132-90A5-F3582555B479}" type="pres">
      <dgm:prSet presAssocID="{4EB2C54B-CD66-400F-BC89-DCFB750EF8A8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9A744A2F-6F56-4009-9B1F-C88D40DD7D65}" type="pres">
      <dgm:prSet presAssocID="{0668EC5C-01B1-4F9C-BBE5-CCB6FF6C9EB9}" presName="Name14" presStyleCnt="0"/>
      <dgm:spPr/>
    </dgm:pt>
    <dgm:pt modelId="{A9CCC8A2-7F2C-483C-AB98-E51C733DC5C0}" type="pres">
      <dgm:prSet presAssocID="{0668EC5C-01B1-4F9C-BBE5-CCB6FF6C9EB9}" presName="level1Shape" presStyleLbl="node0" presStyleIdx="0" presStyleCnt="1" custScaleY="34069">
        <dgm:presLayoutVars>
          <dgm:chPref val="3"/>
        </dgm:presLayoutVars>
      </dgm:prSet>
      <dgm:spPr/>
    </dgm:pt>
    <dgm:pt modelId="{A5A78732-38E8-4C9D-A6BA-C2BEEBA3E561}" type="pres">
      <dgm:prSet presAssocID="{0668EC5C-01B1-4F9C-BBE5-CCB6FF6C9EB9}" presName="hierChild2" presStyleCnt="0"/>
      <dgm:spPr/>
    </dgm:pt>
    <dgm:pt modelId="{E26C1EBE-17F7-41E0-9B64-3078D63C921B}" type="pres">
      <dgm:prSet presAssocID="{1E309E0E-D848-475F-BA6A-3B2CC7EF9BC1}" presName="Name19" presStyleLbl="parChTrans1D2" presStyleIdx="0" presStyleCnt="2"/>
      <dgm:spPr/>
    </dgm:pt>
    <dgm:pt modelId="{FD08FFD7-791E-4120-8E10-B8202B4D41F1}" type="pres">
      <dgm:prSet presAssocID="{B3358E8B-DEC7-47BC-B8FD-92971B648652}" presName="Name21" presStyleCnt="0"/>
      <dgm:spPr/>
    </dgm:pt>
    <dgm:pt modelId="{3F0BC5DD-A22D-4A27-A412-382ACFCE5E5B}" type="pres">
      <dgm:prSet presAssocID="{B3358E8B-DEC7-47BC-B8FD-92971B648652}" presName="level2Shape" presStyleLbl="asst1" presStyleIdx="0" presStyleCnt="4" custScaleY="42134" custLinFactNeighborY="-29470"/>
      <dgm:spPr/>
    </dgm:pt>
    <dgm:pt modelId="{4DEB3A92-9285-4601-87D9-8328DB46ED6A}" type="pres">
      <dgm:prSet presAssocID="{B3358E8B-DEC7-47BC-B8FD-92971B648652}" presName="hierChild3" presStyleCnt="0"/>
      <dgm:spPr/>
    </dgm:pt>
    <dgm:pt modelId="{35D3537D-4A4A-465E-82F4-71658A840A0C}" type="pres">
      <dgm:prSet presAssocID="{5E95F73B-C552-44A7-9CEC-773E379C8FBF}" presName="Name19" presStyleLbl="parChTrans1D3" presStyleIdx="0" presStyleCnt="2"/>
      <dgm:spPr/>
    </dgm:pt>
    <dgm:pt modelId="{A55EB266-1CEB-48F6-9EBE-9B1E579691E8}" type="pres">
      <dgm:prSet presAssocID="{0844CAB6-2FF2-4EB8-9A01-D6C31AC95FD0}" presName="Name21" presStyleCnt="0"/>
      <dgm:spPr/>
    </dgm:pt>
    <dgm:pt modelId="{1A09A5B5-33BF-4DFB-8E45-A9F9B2BE4734}" type="pres">
      <dgm:prSet presAssocID="{0844CAB6-2FF2-4EB8-9A01-D6C31AC95FD0}" presName="level2Shape" presStyleLbl="asst1" presStyleIdx="1" presStyleCnt="4" custScaleX="129881" custLinFactNeighborY="-60627"/>
      <dgm:spPr/>
    </dgm:pt>
    <dgm:pt modelId="{1CBCDD54-71FB-4846-B8EF-B9E7F5A226B5}" type="pres">
      <dgm:prSet presAssocID="{0844CAB6-2FF2-4EB8-9A01-D6C31AC95FD0}" presName="hierChild3" presStyleCnt="0"/>
      <dgm:spPr/>
    </dgm:pt>
    <dgm:pt modelId="{F4BE6A42-E4ED-4376-8B08-C067B79EFA15}" type="pres">
      <dgm:prSet presAssocID="{082ADBDB-D258-432D-A8D0-43793A66E592}" presName="Name19" presStyleLbl="parChTrans1D2" presStyleIdx="1" presStyleCnt="2"/>
      <dgm:spPr/>
    </dgm:pt>
    <dgm:pt modelId="{7C544F17-58E2-469A-8223-923CCA14EF06}" type="pres">
      <dgm:prSet presAssocID="{F909A296-E6C0-4F10-943A-F62A38C8106C}" presName="Name21" presStyleCnt="0"/>
      <dgm:spPr/>
    </dgm:pt>
    <dgm:pt modelId="{97AE8BC8-A05F-4C67-B7DF-1EE32DB17B55}" type="pres">
      <dgm:prSet presAssocID="{F909A296-E6C0-4F10-943A-F62A38C8106C}" presName="level2Shape" presStyleLbl="asst1" presStyleIdx="2" presStyleCnt="4" custScaleY="42134" custLinFactNeighborY="-29470"/>
      <dgm:spPr/>
    </dgm:pt>
    <dgm:pt modelId="{57F1088B-D446-4D30-A0A4-70810CEB15D4}" type="pres">
      <dgm:prSet presAssocID="{F909A296-E6C0-4F10-943A-F62A38C8106C}" presName="hierChild3" presStyleCnt="0"/>
      <dgm:spPr/>
    </dgm:pt>
    <dgm:pt modelId="{80095B25-F3F6-401E-BF23-E01239776693}" type="pres">
      <dgm:prSet presAssocID="{32D4BDAC-FCD4-4DF1-8A0E-16107C941E8B}" presName="Name19" presStyleLbl="parChTrans1D3" presStyleIdx="1" presStyleCnt="2"/>
      <dgm:spPr/>
    </dgm:pt>
    <dgm:pt modelId="{E96725D0-8F31-46C3-85CB-0E79644D8D12}" type="pres">
      <dgm:prSet presAssocID="{1828AF3C-0FFF-446E-AA7D-71B7BB06ABFC}" presName="Name21" presStyleCnt="0"/>
      <dgm:spPr/>
    </dgm:pt>
    <dgm:pt modelId="{616C62FE-3017-4F9E-96F9-E163774107B7}" type="pres">
      <dgm:prSet presAssocID="{1828AF3C-0FFF-446E-AA7D-71B7BB06ABFC}" presName="level2Shape" presStyleLbl="asst1" presStyleIdx="3" presStyleCnt="4" custScaleX="129881" custLinFactNeighborY="-60627"/>
      <dgm:spPr/>
    </dgm:pt>
    <dgm:pt modelId="{265D38B1-4B23-41A5-B7B9-930ED4E62C42}" type="pres">
      <dgm:prSet presAssocID="{1828AF3C-0FFF-446E-AA7D-71B7BB06ABFC}" presName="hierChild3" presStyleCnt="0"/>
      <dgm:spPr/>
    </dgm:pt>
    <dgm:pt modelId="{549EB64E-996D-4582-8CE8-1F39F43244AA}" type="pres">
      <dgm:prSet presAssocID="{4EB2C54B-CD66-400F-BC89-DCFB750EF8A8}" presName="bgShapesFlow" presStyleCnt="0"/>
      <dgm:spPr/>
    </dgm:pt>
  </dgm:ptLst>
  <dgm:cxnLst>
    <dgm:cxn modelId="{E1280F17-8D66-4A3F-9871-44FEE605AB49}" type="presOf" srcId="{32D4BDAC-FCD4-4DF1-8A0E-16107C941E8B}" destId="{80095B25-F3F6-401E-BF23-E01239776693}" srcOrd="0" destOrd="0" presId="urn:microsoft.com/office/officeart/2005/8/layout/hierarchy6"/>
    <dgm:cxn modelId="{8B39281A-194A-402D-B528-1579020F5A6A}" type="presOf" srcId="{0844CAB6-2FF2-4EB8-9A01-D6C31AC95FD0}" destId="{1A09A5B5-33BF-4DFB-8E45-A9F9B2BE4734}" srcOrd="0" destOrd="0" presId="urn:microsoft.com/office/officeart/2005/8/layout/hierarchy6"/>
    <dgm:cxn modelId="{7DFE072D-035C-42A9-9968-81E45DB003E1}" srcId="{0668EC5C-01B1-4F9C-BBE5-CCB6FF6C9EB9}" destId="{B3358E8B-DEC7-47BC-B8FD-92971B648652}" srcOrd="0" destOrd="0" parTransId="{1E309E0E-D848-475F-BA6A-3B2CC7EF9BC1}" sibTransId="{F8E259F2-5BB0-4460-8194-B5D8B492A251}"/>
    <dgm:cxn modelId="{103F1140-53BD-4380-B0FF-506B0D16EA5A}" type="presOf" srcId="{1828AF3C-0FFF-446E-AA7D-71B7BB06ABFC}" destId="{616C62FE-3017-4F9E-96F9-E163774107B7}" srcOrd="0" destOrd="0" presId="urn:microsoft.com/office/officeart/2005/8/layout/hierarchy6"/>
    <dgm:cxn modelId="{FD4B166A-B538-40EF-82D5-8EAA3044A22B}" srcId="{B3358E8B-DEC7-47BC-B8FD-92971B648652}" destId="{0844CAB6-2FF2-4EB8-9A01-D6C31AC95FD0}" srcOrd="0" destOrd="0" parTransId="{5E95F73B-C552-44A7-9CEC-773E379C8FBF}" sibTransId="{7E670FFF-875B-4158-A88E-1472DD8371B9}"/>
    <dgm:cxn modelId="{B48D4B8C-1DC6-4843-866B-D145FE9F72E5}" type="presOf" srcId="{5E95F73B-C552-44A7-9CEC-773E379C8FBF}" destId="{35D3537D-4A4A-465E-82F4-71658A840A0C}" srcOrd="0" destOrd="0" presId="urn:microsoft.com/office/officeart/2005/8/layout/hierarchy6"/>
    <dgm:cxn modelId="{5395A296-AA2A-44DC-B399-96F6962D3B52}" type="presOf" srcId="{0668EC5C-01B1-4F9C-BBE5-CCB6FF6C9EB9}" destId="{A9CCC8A2-7F2C-483C-AB98-E51C733DC5C0}" srcOrd="0" destOrd="0" presId="urn:microsoft.com/office/officeart/2005/8/layout/hierarchy6"/>
    <dgm:cxn modelId="{3EE70EB5-BB39-44B3-83F1-311F0A179D8C}" type="presOf" srcId="{082ADBDB-D258-432D-A8D0-43793A66E592}" destId="{F4BE6A42-E4ED-4376-8B08-C067B79EFA15}" srcOrd="0" destOrd="0" presId="urn:microsoft.com/office/officeart/2005/8/layout/hierarchy6"/>
    <dgm:cxn modelId="{39005DB6-4C05-42CE-AB0F-49F7FD8CECB3}" srcId="{0668EC5C-01B1-4F9C-BBE5-CCB6FF6C9EB9}" destId="{F909A296-E6C0-4F10-943A-F62A38C8106C}" srcOrd="1" destOrd="0" parTransId="{082ADBDB-D258-432D-A8D0-43793A66E592}" sibTransId="{03DA4116-45D6-4AAF-8A91-AD73DC02716A}"/>
    <dgm:cxn modelId="{54239AD7-5CC6-40C4-921E-A0DAE64FB7C4}" type="presOf" srcId="{1E309E0E-D848-475F-BA6A-3B2CC7EF9BC1}" destId="{E26C1EBE-17F7-41E0-9B64-3078D63C921B}" srcOrd="0" destOrd="0" presId="urn:microsoft.com/office/officeart/2005/8/layout/hierarchy6"/>
    <dgm:cxn modelId="{2D04C3DB-9307-49C4-AD86-3203A6E497A4}" srcId="{4EB2C54B-CD66-400F-BC89-DCFB750EF8A8}" destId="{0668EC5C-01B1-4F9C-BBE5-CCB6FF6C9EB9}" srcOrd="0" destOrd="0" parTransId="{F6E7F049-C12F-4721-8D9A-3F03078A712F}" sibTransId="{1BA8EB43-79CA-4A14-89CF-071EC0F92AAB}"/>
    <dgm:cxn modelId="{67C71AE3-791D-4352-9708-453DE7090B63}" type="presOf" srcId="{F909A296-E6C0-4F10-943A-F62A38C8106C}" destId="{97AE8BC8-A05F-4C67-B7DF-1EE32DB17B55}" srcOrd="0" destOrd="0" presId="urn:microsoft.com/office/officeart/2005/8/layout/hierarchy6"/>
    <dgm:cxn modelId="{1F849CEA-7DF9-49A6-9DE0-24135EAE7BBC}" type="presOf" srcId="{4EB2C54B-CD66-400F-BC89-DCFB750EF8A8}" destId="{5346E2AF-6E8B-499D-BA59-330A4B2ACA3C}" srcOrd="0" destOrd="0" presId="urn:microsoft.com/office/officeart/2005/8/layout/hierarchy6"/>
    <dgm:cxn modelId="{FBB4D0F2-EAF1-4C01-8925-2497B1FAEC4F}" srcId="{F909A296-E6C0-4F10-943A-F62A38C8106C}" destId="{1828AF3C-0FFF-446E-AA7D-71B7BB06ABFC}" srcOrd="0" destOrd="0" parTransId="{32D4BDAC-FCD4-4DF1-8A0E-16107C941E8B}" sibTransId="{7C7B68F0-AF31-4888-BCA8-4AC9F7F9D6D2}"/>
    <dgm:cxn modelId="{BBC09BF8-F5D5-4246-A12F-F8E9E4077711}" type="presOf" srcId="{B3358E8B-DEC7-47BC-B8FD-92971B648652}" destId="{3F0BC5DD-A22D-4A27-A412-382ACFCE5E5B}" srcOrd="0" destOrd="0" presId="urn:microsoft.com/office/officeart/2005/8/layout/hierarchy6"/>
    <dgm:cxn modelId="{FCC4F33F-A24B-4DDE-8F36-848BD921CF64}" type="presParOf" srcId="{5346E2AF-6E8B-499D-BA59-330A4B2ACA3C}" destId="{07403DAD-B4FB-44C9-BA5D-3767A9A6BA52}" srcOrd="0" destOrd="0" presId="urn:microsoft.com/office/officeart/2005/8/layout/hierarchy6"/>
    <dgm:cxn modelId="{800DB67F-A788-4E04-8975-14D56D1140DC}" type="presParOf" srcId="{07403DAD-B4FB-44C9-BA5D-3767A9A6BA52}" destId="{5342FD31-F6C2-4132-90A5-F3582555B479}" srcOrd="0" destOrd="0" presId="urn:microsoft.com/office/officeart/2005/8/layout/hierarchy6"/>
    <dgm:cxn modelId="{0D87583B-2687-4B30-99D4-D4BC3E5B8C63}" type="presParOf" srcId="{5342FD31-F6C2-4132-90A5-F3582555B479}" destId="{9A744A2F-6F56-4009-9B1F-C88D40DD7D65}" srcOrd="0" destOrd="0" presId="urn:microsoft.com/office/officeart/2005/8/layout/hierarchy6"/>
    <dgm:cxn modelId="{0EDD77EB-7B34-4A2A-90F3-FEE496D8ECC6}" type="presParOf" srcId="{9A744A2F-6F56-4009-9B1F-C88D40DD7D65}" destId="{A9CCC8A2-7F2C-483C-AB98-E51C733DC5C0}" srcOrd="0" destOrd="0" presId="urn:microsoft.com/office/officeart/2005/8/layout/hierarchy6"/>
    <dgm:cxn modelId="{0276851B-B5C4-455F-BE76-A3C4B4894743}" type="presParOf" srcId="{9A744A2F-6F56-4009-9B1F-C88D40DD7D65}" destId="{A5A78732-38E8-4C9D-A6BA-C2BEEBA3E561}" srcOrd="1" destOrd="0" presId="urn:microsoft.com/office/officeart/2005/8/layout/hierarchy6"/>
    <dgm:cxn modelId="{1AD494F5-0DBE-41AF-BEE1-B64CB813EF19}" type="presParOf" srcId="{A5A78732-38E8-4C9D-A6BA-C2BEEBA3E561}" destId="{E26C1EBE-17F7-41E0-9B64-3078D63C921B}" srcOrd="0" destOrd="0" presId="urn:microsoft.com/office/officeart/2005/8/layout/hierarchy6"/>
    <dgm:cxn modelId="{F1BC79F5-C7BE-4AC3-9B8B-029C9F6D8B1A}" type="presParOf" srcId="{A5A78732-38E8-4C9D-A6BA-C2BEEBA3E561}" destId="{FD08FFD7-791E-4120-8E10-B8202B4D41F1}" srcOrd="1" destOrd="0" presId="urn:microsoft.com/office/officeart/2005/8/layout/hierarchy6"/>
    <dgm:cxn modelId="{029D6DEB-7A68-4AEC-BFF0-4BB226D8F305}" type="presParOf" srcId="{FD08FFD7-791E-4120-8E10-B8202B4D41F1}" destId="{3F0BC5DD-A22D-4A27-A412-382ACFCE5E5B}" srcOrd="0" destOrd="0" presId="urn:microsoft.com/office/officeart/2005/8/layout/hierarchy6"/>
    <dgm:cxn modelId="{A3A76721-EF63-4455-AFF0-AE7D2D1ACB7C}" type="presParOf" srcId="{FD08FFD7-791E-4120-8E10-B8202B4D41F1}" destId="{4DEB3A92-9285-4601-87D9-8328DB46ED6A}" srcOrd="1" destOrd="0" presId="urn:microsoft.com/office/officeart/2005/8/layout/hierarchy6"/>
    <dgm:cxn modelId="{A6ABA03A-E5F4-43CA-B912-C45DFFFC5D9D}" type="presParOf" srcId="{4DEB3A92-9285-4601-87D9-8328DB46ED6A}" destId="{35D3537D-4A4A-465E-82F4-71658A840A0C}" srcOrd="0" destOrd="0" presId="urn:microsoft.com/office/officeart/2005/8/layout/hierarchy6"/>
    <dgm:cxn modelId="{EB896320-D984-4CF3-ADC7-1A795AFBD178}" type="presParOf" srcId="{4DEB3A92-9285-4601-87D9-8328DB46ED6A}" destId="{A55EB266-1CEB-48F6-9EBE-9B1E579691E8}" srcOrd="1" destOrd="0" presId="urn:microsoft.com/office/officeart/2005/8/layout/hierarchy6"/>
    <dgm:cxn modelId="{9557AC92-EB2E-4537-A317-710EF2EAD193}" type="presParOf" srcId="{A55EB266-1CEB-48F6-9EBE-9B1E579691E8}" destId="{1A09A5B5-33BF-4DFB-8E45-A9F9B2BE4734}" srcOrd="0" destOrd="0" presId="urn:microsoft.com/office/officeart/2005/8/layout/hierarchy6"/>
    <dgm:cxn modelId="{3F6AC528-E107-4426-9C3F-1B97C9EA60DB}" type="presParOf" srcId="{A55EB266-1CEB-48F6-9EBE-9B1E579691E8}" destId="{1CBCDD54-71FB-4846-B8EF-B9E7F5A226B5}" srcOrd="1" destOrd="0" presId="urn:microsoft.com/office/officeart/2005/8/layout/hierarchy6"/>
    <dgm:cxn modelId="{6CD4A9DB-ED10-4FEA-A8E3-97C3DEBD6DBB}" type="presParOf" srcId="{A5A78732-38E8-4C9D-A6BA-C2BEEBA3E561}" destId="{F4BE6A42-E4ED-4376-8B08-C067B79EFA15}" srcOrd="2" destOrd="0" presId="urn:microsoft.com/office/officeart/2005/8/layout/hierarchy6"/>
    <dgm:cxn modelId="{5BB4E4FF-7A77-4547-84AC-AA224AEA8312}" type="presParOf" srcId="{A5A78732-38E8-4C9D-A6BA-C2BEEBA3E561}" destId="{7C544F17-58E2-469A-8223-923CCA14EF06}" srcOrd="3" destOrd="0" presId="urn:microsoft.com/office/officeart/2005/8/layout/hierarchy6"/>
    <dgm:cxn modelId="{26A791E3-1ACF-45FF-974D-6259ECE3323B}" type="presParOf" srcId="{7C544F17-58E2-469A-8223-923CCA14EF06}" destId="{97AE8BC8-A05F-4C67-B7DF-1EE32DB17B55}" srcOrd="0" destOrd="0" presId="urn:microsoft.com/office/officeart/2005/8/layout/hierarchy6"/>
    <dgm:cxn modelId="{A5C76CE0-C4CD-448F-A1BA-9010C6490BCE}" type="presParOf" srcId="{7C544F17-58E2-469A-8223-923CCA14EF06}" destId="{57F1088B-D446-4D30-A0A4-70810CEB15D4}" srcOrd="1" destOrd="0" presId="urn:microsoft.com/office/officeart/2005/8/layout/hierarchy6"/>
    <dgm:cxn modelId="{AEA4F22A-C560-41D9-B098-FF465027C88B}" type="presParOf" srcId="{57F1088B-D446-4D30-A0A4-70810CEB15D4}" destId="{80095B25-F3F6-401E-BF23-E01239776693}" srcOrd="0" destOrd="0" presId="urn:microsoft.com/office/officeart/2005/8/layout/hierarchy6"/>
    <dgm:cxn modelId="{E5D29C2C-43C4-46FE-9E07-DB5044E75010}" type="presParOf" srcId="{57F1088B-D446-4D30-A0A4-70810CEB15D4}" destId="{E96725D0-8F31-46C3-85CB-0E79644D8D12}" srcOrd="1" destOrd="0" presId="urn:microsoft.com/office/officeart/2005/8/layout/hierarchy6"/>
    <dgm:cxn modelId="{0B179C3A-C0B4-4F5E-A982-65E74325250D}" type="presParOf" srcId="{E96725D0-8F31-46C3-85CB-0E79644D8D12}" destId="{616C62FE-3017-4F9E-96F9-E163774107B7}" srcOrd="0" destOrd="0" presId="urn:microsoft.com/office/officeart/2005/8/layout/hierarchy6"/>
    <dgm:cxn modelId="{18EA0BD0-6E76-4F0D-8B0A-8BD2ACE4D76A}" type="presParOf" srcId="{E96725D0-8F31-46C3-85CB-0E79644D8D12}" destId="{265D38B1-4B23-41A5-B7B9-930ED4E62C42}" srcOrd="1" destOrd="0" presId="urn:microsoft.com/office/officeart/2005/8/layout/hierarchy6"/>
    <dgm:cxn modelId="{A738C0DA-65A2-4743-876E-ACC5FF02999A}" type="presParOf" srcId="{5346E2AF-6E8B-499D-BA59-330A4B2ACA3C}" destId="{549EB64E-996D-4582-8CE8-1F39F43244AA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EB2C54B-CD66-400F-BC89-DCFB750EF8A8}" type="doc">
      <dgm:prSet loTypeId="urn:microsoft.com/office/officeart/2005/8/layout/hierarchy6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668EC5C-01B1-4F9C-BBE5-CCB6FF6C9EB9}">
      <dgm:prSet phldrT="[Text]" custT="1"/>
      <dgm:spPr/>
      <dgm:t>
        <a:bodyPr/>
        <a:lstStyle/>
        <a:p>
          <a:r>
            <a:rPr lang="ka-GE" sz="3200" dirty="0"/>
            <a:t>ვალდებულებები</a:t>
          </a:r>
          <a:endParaRPr lang="en-US" sz="3200" dirty="0"/>
        </a:p>
      </dgm:t>
    </dgm:pt>
    <dgm:pt modelId="{F6E7F049-C12F-4721-8D9A-3F03078A712F}" type="parTrans" cxnId="{2D04C3DB-9307-49C4-AD86-3203A6E497A4}">
      <dgm:prSet/>
      <dgm:spPr/>
      <dgm:t>
        <a:bodyPr/>
        <a:lstStyle/>
        <a:p>
          <a:endParaRPr lang="en-US"/>
        </a:p>
      </dgm:t>
    </dgm:pt>
    <dgm:pt modelId="{1BA8EB43-79CA-4A14-89CF-071EC0F92AAB}" type="sibTrans" cxnId="{2D04C3DB-9307-49C4-AD86-3203A6E497A4}">
      <dgm:prSet/>
      <dgm:spPr/>
      <dgm:t>
        <a:bodyPr/>
        <a:lstStyle/>
        <a:p>
          <a:endParaRPr lang="en-US"/>
        </a:p>
      </dgm:t>
    </dgm:pt>
    <dgm:pt modelId="{B3358E8B-DEC7-47BC-B8FD-92971B648652}" type="asst">
      <dgm:prSet phldrT="[Text]" custT="1"/>
      <dgm:spPr/>
      <dgm:t>
        <a:bodyPr/>
        <a:lstStyle/>
        <a:p>
          <a:r>
            <a:rPr lang="ka-GE" sz="2000" dirty="0"/>
            <a:t>გრძელვადიანი ვალდებულებები</a:t>
          </a:r>
          <a:endParaRPr lang="en-US" sz="2000" dirty="0"/>
        </a:p>
      </dgm:t>
    </dgm:pt>
    <dgm:pt modelId="{1E309E0E-D848-475F-BA6A-3B2CC7EF9BC1}" type="parTrans" cxnId="{7DFE072D-035C-42A9-9968-81E45DB003E1}">
      <dgm:prSet/>
      <dgm:spPr/>
      <dgm:t>
        <a:bodyPr/>
        <a:lstStyle/>
        <a:p>
          <a:endParaRPr lang="en-US"/>
        </a:p>
      </dgm:t>
    </dgm:pt>
    <dgm:pt modelId="{F8E259F2-5BB0-4460-8194-B5D8B492A251}" type="sibTrans" cxnId="{7DFE072D-035C-42A9-9968-81E45DB003E1}">
      <dgm:prSet/>
      <dgm:spPr/>
      <dgm:t>
        <a:bodyPr/>
        <a:lstStyle/>
        <a:p>
          <a:endParaRPr lang="en-US"/>
        </a:p>
      </dgm:t>
    </dgm:pt>
    <dgm:pt modelId="{F909A296-E6C0-4F10-943A-F62A38C8106C}" type="asst">
      <dgm:prSet phldrT="[Text]" custT="1"/>
      <dgm:spPr/>
      <dgm:t>
        <a:bodyPr/>
        <a:lstStyle/>
        <a:p>
          <a:r>
            <a:rPr lang="ka-GE" sz="2000" dirty="0"/>
            <a:t>მოკლევადიანი ვალდებულებები</a:t>
          </a:r>
          <a:endParaRPr lang="en-US" sz="2000" dirty="0"/>
        </a:p>
      </dgm:t>
    </dgm:pt>
    <dgm:pt modelId="{082ADBDB-D258-432D-A8D0-43793A66E592}" type="parTrans" cxnId="{39005DB6-4C05-42CE-AB0F-49F7FD8CECB3}">
      <dgm:prSet/>
      <dgm:spPr/>
      <dgm:t>
        <a:bodyPr/>
        <a:lstStyle/>
        <a:p>
          <a:endParaRPr lang="en-US"/>
        </a:p>
      </dgm:t>
    </dgm:pt>
    <dgm:pt modelId="{03DA4116-45D6-4AAF-8A91-AD73DC02716A}" type="sibTrans" cxnId="{39005DB6-4C05-42CE-AB0F-49F7FD8CECB3}">
      <dgm:prSet/>
      <dgm:spPr/>
      <dgm:t>
        <a:bodyPr/>
        <a:lstStyle/>
        <a:p>
          <a:endParaRPr lang="en-US"/>
        </a:p>
      </dgm:t>
    </dgm:pt>
    <dgm:pt modelId="{0844CAB6-2FF2-4EB8-9A01-D6C31AC95FD0}" type="asst">
      <dgm:prSet phldrT="[Text]" custT="1"/>
      <dgm:spPr/>
      <dgm:t>
        <a:bodyPr/>
        <a:lstStyle/>
        <a:p>
          <a:r>
            <a:rPr lang="ka-GE" sz="1400" dirty="0"/>
            <a:t>გადახდილ უნდა იქნეს ბალანსის შედგენის თარიღიდან 12 თვეზე მეტ დროში (მაგალითად სესხი)</a:t>
          </a:r>
          <a:endParaRPr lang="en-US" sz="1400" dirty="0"/>
        </a:p>
      </dgm:t>
    </dgm:pt>
    <dgm:pt modelId="{5E95F73B-C552-44A7-9CEC-773E379C8FBF}" type="parTrans" cxnId="{FD4B166A-B538-40EF-82D5-8EAA3044A22B}">
      <dgm:prSet/>
      <dgm:spPr/>
      <dgm:t>
        <a:bodyPr/>
        <a:lstStyle/>
        <a:p>
          <a:endParaRPr lang="en-US"/>
        </a:p>
      </dgm:t>
    </dgm:pt>
    <dgm:pt modelId="{7E670FFF-875B-4158-A88E-1472DD8371B9}" type="sibTrans" cxnId="{FD4B166A-B538-40EF-82D5-8EAA3044A22B}">
      <dgm:prSet/>
      <dgm:spPr/>
      <dgm:t>
        <a:bodyPr/>
        <a:lstStyle/>
        <a:p>
          <a:endParaRPr lang="en-US"/>
        </a:p>
      </dgm:t>
    </dgm:pt>
    <dgm:pt modelId="{1828AF3C-0FFF-446E-AA7D-71B7BB06ABFC}" type="asst">
      <dgm:prSet phldrT="[Text]" custT="1"/>
      <dgm:spPr/>
      <dgm:t>
        <a:bodyPr/>
        <a:lstStyle/>
        <a:p>
          <a:r>
            <a:rPr lang="ka-GE" sz="1400" dirty="0"/>
            <a:t>გადახდილ უნდა იქნეს ბალანსის შედგენის თარიღიდან 12 თვის განმავლობაში (მაგალითად, კრედიტორული დავალიანება, მოკლევადიანი სესხი, </a:t>
          </a:r>
          <a:r>
            <a:rPr lang="ka-GE" sz="1400" dirty="0" err="1"/>
            <a:t>ოვერდრაფტი</a:t>
          </a:r>
          <a:r>
            <a:rPr lang="ka-GE" sz="1400" dirty="0"/>
            <a:t>)</a:t>
          </a:r>
          <a:endParaRPr lang="en-US" sz="1400" dirty="0"/>
        </a:p>
      </dgm:t>
    </dgm:pt>
    <dgm:pt modelId="{32D4BDAC-FCD4-4DF1-8A0E-16107C941E8B}" type="parTrans" cxnId="{FBB4D0F2-EAF1-4C01-8925-2497B1FAEC4F}">
      <dgm:prSet/>
      <dgm:spPr/>
      <dgm:t>
        <a:bodyPr/>
        <a:lstStyle/>
        <a:p>
          <a:endParaRPr lang="en-US"/>
        </a:p>
      </dgm:t>
    </dgm:pt>
    <dgm:pt modelId="{7C7B68F0-AF31-4888-BCA8-4AC9F7F9D6D2}" type="sibTrans" cxnId="{FBB4D0F2-EAF1-4C01-8925-2497B1FAEC4F}">
      <dgm:prSet/>
      <dgm:spPr/>
      <dgm:t>
        <a:bodyPr/>
        <a:lstStyle/>
        <a:p>
          <a:endParaRPr lang="en-US"/>
        </a:p>
      </dgm:t>
    </dgm:pt>
    <dgm:pt modelId="{5346E2AF-6E8B-499D-BA59-330A4B2ACA3C}" type="pres">
      <dgm:prSet presAssocID="{4EB2C54B-CD66-400F-BC89-DCFB750EF8A8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07403DAD-B4FB-44C9-BA5D-3767A9A6BA52}" type="pres">
      <dgm:prSet presAssocID="{4EB2C54B-CD66-400F-BC89-DCFB750EF8A8}" presName="hierFlow" presStyleCnt="0"/>
      <dgm:spPr/>
    </dgm:pt>
    <dgm:pt modelId="{5342FD31-F6C2-4132-90A5-F3582555B479}" type="pres">
      <dgm:prSet presAssocID="{4EB2C54B-CD66-400F-BC89-DCFB750EF8A8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9A744A2F-6F56-4009-9B1F-C88D40DD7D65}" type="pres">
      <dgm:prSet presAssocID="{0668EC5C-01B1-4F9C-BBE5-CCB6FF6C9EB9}" presName="Name14" presStyleCnt="0"/>
      <dgm:spPr/>
    </dgm:pt>
    <dgm:pt modelId="{A9CCC8A2-7F2C-483C-AB98-E51C733DC5C0}" type="pres">
      <dgm:prSet presAssocID="{0668EC5C-01B1-4F9C-BBE5-CCB6FF6C9EB9}" presName="level1Shape" presStyleLbl="node0" presStyleIdx="0" presStyleCnt="1" custScaleX="142859" custScaleY="34069">
        <dgm:presLayoutVars>
          <dgm:chPref val="3"/>
        </dgm:presLayoutVars>
      </dgm:prSet>
      <dgm:spPr/>
    </dgm:pt>
    <dgm:pt modelId="{A5A78732-38E8-4C9D-A6BA-C2BEEBA3E561}" type="pres">
      <dgm:prSet presAssocID="{0668EC5C-01B1-4F9C-BBE5-CCB6FF6C9EB9}" presName="hierChild2" presStyleCnt="0"/>
      <dgm:spPr/>
    </dgm:pt>
    <dgm:pt modelId="{E26C1EBE-17F7-41E0-9B64-3078D63C921B}" type="pres">
      <dgm:prSet presAssocID="{1E309E0E-D848-475F-BA6A-3B2CC7EF9BC1}" presName="Name19" presStyleLbl="parChTrans1D2" presStyleIdx="0" presStyleCnt="2"/>
      <dgm:spPr/>
    </dgm:pt>
    <dgm:pt modelId="{FD08FFD7-791E-4120-8E10-B8202B4D41F1}" type="pres">
      <dgm:prSet presAssocID="{B3358E8B-DEC7-47BC-B8FD-92971B648652}" presName="Name21" presStyleCnt="0"/>
      <dgm:spPr/>
    </dgm:pt>
    <dgm:pt modelId="{3F0BC5DD-A22D-4A27-A412-382ACFCE5E5B}" type="pres">
      <dgm:prSet presAssocID="{B3358E8B-DEC7-47BC-B8FD-92971B648652}" presName="level2Shape" presStyleLbl="asst1" presStyleIdx="0" presStyleCnt="4" custScaleY="42134" custLinFactNeighborY="-29470"/>
      <dgm:spPr/>
    </dgm:pt>
    <dgm:pt modelId="{4DEB3A92-9285-4601-87D9-8328DB46ED6A}" type="pres">
      <dgm:prSet presAssocID="{B3358E8B-DEC7-47BC-B8FD-92971B648652}" presName="hierChild3" presStyleCnt="0"/>
      <dgm:spPr/>
    </dgm:pt>
    <dgm:pt modelId="{35D3537D-4A4A-465E-82F4-71658A840A0C}" type="pres">
      <dgm:prSet presAssocID="{5E95F73B-C552-44A7-9CEC-773E379C8FBF}" presName="Name19" presStyleLbl="parChTrans1D3" presStyleIdx="0" presStyleCnt="2"/>
      <dgm:spPr/>
    </dgm:pt>
    <dgm:pt modelId="{A55EB266-1CEB-48F6-9EBE-9B1E579691E8}" type="pres">
      <dgm:prSet presAssocID="{0844CAB6-2FF2-4EB8-9A01-D6C31AC95FD0}" presName="Name21" presStyleCnt="0"/>
      <dgm:spPr/>
    </dgm:pt>
    <dgm:pt modelId="{1A09A5B5-33BF-4DFB-8E45-A9F9B2BE4734}" type="pres">
      <dgm:prSet presAssocID="{0844CAB6-2FF2-4EB8-9A01-D6C31AC95FD0}" presName="level2Shape" presStyleLbl="asst1" presStyleIdx="1" presStyleCnt="4" custScaleX="129881" custLinFactNeighborY="-60627"/>
      <dgm:spPr/>
    </dgm:pt>
    <dgm:pt modelId="{1CBCDD54-71FB-4846-B8EF-B9E7F5A226B5}" type="pres">
      <dgm:prSet presAssocID="{0844CAB6-2FF2-4EB8-9A01-D6C31AC95FD0}" presName="hierChild3" presStyleCnt="0"/>
      <dgm:spPr/>
    </dgm:pt>
    <dgm:pt modelId="{F4BE6A42-E4ED-4376-8B08-C067B79EFA15}" type="pres">
      <dgm:prSet presAssocID="{082ADBDB-D258-432D-A8D0-43793A66E592}" presName="Name19" presStyleLbl="parChTrans1D2" presStyleIdx="1" presStyleCnt="2"/>
      <dgm:spPr/>
    </dgm:pt>
    <dgm:pt modelId="{7C544F17-58E2-469A-8223-923CCA14EF06}" type="pres">
      <dgm:prSet presAssocID="{F909A296-E6C0-4F10-943A-F62A38C8106C}" presName="Name21" presStyleCnt="0"/>
      <dgm:spPr/>
    </dgm:pt>
    <dgm:pt modelId="{97AE8BC8-A05F-4C67-B7DF-1EE32DB17B55}" type="pres">
      <dgm:prSet presAssocID="{F909A296-E6C0-4F10-943A-F62A38C8106C}" presName="level2Shape" presStyleLbl="asst1" presStyleIdx="2" presStyleCnt="4" custScaleY="42134" custLinFactNeighborY="-29470"/>
      <dgm:spPr/>
    </dgm:pt>
    <dgm:pt modelId="{57F1088B-D446-4D30-A0A4-70810CEB15D4}" type="pres">
      <dgm:prSet presAssocID="{F909A296-E6C0-4F10-943A-F62A38C8106C}" presName="hierChild3" presStyleCnt="0"/>
      <dgm:spPr/>
    </dgm:pt>
    <dgm:pt modelId="{80095B25-F3F6-401E-BF23-E01239776693}" type="pres">
      <dgm:prSet presAssocID="{32D4BDAC-FCD4-4DF1-8A0E-16107C941E8B}" presName="Name19" presStyleLbl="parChTrans1D3" presStyleIdx="1" presStyleCnt="2"/>
      <dgm:spPr/>
    </dgm:pt>
    <dgm:pt modelId="{E96725D0-8F31-46C3-85CB-0E79644D8D12}" type="pres">
      <dgm:prSet presAssocID="{1828AF3C-0FFF-446E-AA7D-71B7BB06ABFC}" presName="Name21" presStyleCnt="0"/>
      <dgm:spPr/>
    </dgm:pt>
    <dgm:pt modelId="{616C62FE-3017-4F9E-96F9-E163774107B7}" type="pres">
      <dgm:prSet presAssocID="{1828AF3C-0FFF-446E-AA7D-71B7BB06ABFC}" presName="level2Shape" presStyleLbl="asst1" presStyleIdx="3" presStyleCnt="4" custScaleX="129881" custLinFactNeighborY="-60627"/>
      <dgm:spPr/>
    </dgm:pt>
    <dgm:pt modelId="{265D38B1-4B23-41A5-B7B9-930ED4E62C42}" type="pres">
      <dgm:prSet presAssocID="{1828AF3C-0FFF-446E-AA7D-71B7BB06ABFC}" presName="hierChild3" presStyleCnt="0"/>
      <dgm:spPr/>
    </dgm:pt>
    <dgm:pt modelId="{549EB64E-996D-4582-8CE8-1F39F43244AA}" type="pres">
      <dgm:prSet presAssocID="{4EB2C54B-CD66-400F-BC89-DCFB750EF8A8}" presName="bgShapesFlow" presStyleCnt="0"/>
      <dgm:spPr/>
    </dgm:pt>
  </dgm:ptLst>
  <dgm:cxnLst>
    <dgm:cxn modelId="{E1280F17-8D66-4A3F-9871-44FEE605AB49}" type="presOf" srcId="{32D4BDAC-FCD4-4DF1-8A0E-16107C941E8B}" destId="{80095B25-F3F6-401E-BF23-E01239776693}" srcOrd="0" destOrd="0" presId="urn:microsoft.com/office/officeart/2005/8/layout/hierarchy6"/>
    <dgm:cxn modelId="{8B39281A-194A-402D-B528-1579020F5A6A}" type="presOf" srcId="{0844CAB6-2FF2-4EB8-9A01-D6C31AC95FD0}" destId="{1A09A5B5-33BF-4DFB-8E45-A9F9B2BE4734}" srcOrd="0" destOrd="0" presId="urn:microsoft.com/office/officeart/2005/8/layout/hierarchy6"/>
    <dgm:cxn modelId="{7DFE072D-035C-42A9-9968-81E45DB003E1}" srcId="{0668EC5C-01B1-4F9C-BBE5-CCB6FF6C9EB9}" destId="{B3358E8B-DEC7-47BC-B8FD-92971B648652}" srcOrd="0" destOrd="0" parTransId="{1E309E0E-D848-475F-BA6A-3B2CC7EF9BC1}" sibTransId="{F8E259F2-5BB0-4460-8194-B5D8B492A251}"/>
    <dgm:cxn modelId="{103F1140-53BD-4380-B0FF-506B0D16EA5A}" type="presOf" srcId="{1828AF3C-0FFF-446E-AA7D-71B7BB06ABFC}" destId="{616C62FE-3017-4F9E-96F9-E163774107B7}" srcOrd="0" destOrd="0" presId="urn:microsoft.com/office/officeart/2005/8/layout/hierarchy6"/>
    <dgm:cxn modelId="{FD4B166A-B538-40EF-82D5-8EAA3044A22B}" srcId="{B3358E8B-DEC7-47BC-B8FD-92971B648652}" destId="{0844CAB6-2FF2-4EB8-9A01-D6C31AC95FD0}" srcOrd="0" destOrd="0" parTransId="{5E95F73B-C552-44A7-9CEC-773E379C8FBF}" sibTransId="{7E670FFF-875B-4158-A88E-1472DD8371B9}"/>
    <dgm:cxn modelId="{B48D4B8C-1DC6-4843-866B-D145FE9F72E5}" type="presOf" srcId="{5E95F73B-C552-44A7-9CEC-773E379C8FBF}" destId="{35D3537D-4A4A-465E-82F4-71658A840A0C}" srcOrd="0" destOrd="0" presId="urn:microsoft.com/office/officeart/2005/8/layout/hierarchy6"/>
    <dgm:cxn modelId="{5395A296-AA2A-44DC-B399-96F6962D3B52}" type="presOf" srcId="{0668EC5C-01B1-4F9C-BBE5-CCB6FF6C9EB9}" destId="{A9CCC8A2-7F2C-483C-AB98-E51C733DC5C0}" srcOrd="0" destOrd="0" presId="urn:microsoft.com/office/officeart/2005/8/layout/hierarchy6"/>
    <dgm:cxn modelId="{3EE70EB5-BB39-44B3-83F1-311F0A179D8C}" type="presOf" srcId="{082ADBDB-D258-432D-A8D0-43793A66E592}" destId="{F4BE6A42-E4ED-4376-8B08-C067B79EFA15}" srcOrd="0" destOrd="0" presId="urn:microsoft.com/office/officeart/2005/8/layout/hierarchy6"/>
    <dgm:cxn modelId="{39005DB6-4C05-42CE-AB0F-49F7FD8CECB3}" srcId="{0668EC5C-01B1-4F9C-BBE5-CCB6FF6C9EB9}" destId="{F909A296-E6C0-4F10-943A-F62A38C8106C}" srcOrd="1" destOrd="0" parTransId="{082ADBDB-D258-432D-A8D0-43793A66E592}" sibTransId="{03DA4116-45D6-4AAF-8A91-AD73DC02716A}"/>
    <dgm:cxn modelId="{54239AD7-5CC6-40C4-921E-A0DAE64FB7C4}" type="presOf" srcId="{1E309E0E-D848-475F-BA6A-3B2CC7EF9BC1}" destId="{E26C1EBE-17F7-41E0-9B64-3078D63C921B}" srcOrd="0" destOrd="0" presId="urn:microsoft.com/office/officeart/2005/8/layout/hierarchy6"/>
    <dgm:cxn modelId="{2D04C3DB-9307-49C4-AD86-3203A6E497A4}" srcId="{4EB2C54B-CD66-400F-BC89-DCFB750EF8A8}" destId="{0668EC5C-01B1-4F9C-BBE5-CCB6FF6C9EB9}" srcOrd="0" destOrd="0" parTransId="{F6E7F049-C12F-4721-8D9A-3F03078A712F}" sibTransId="{1BA8EB43-79CA-4A14-89CF-071EC0F92AAB}"/>
    <dgm:cxn modelId="{67C71AE3-791D-4352-9708-453DE7090B63}" type="presOf" srcId="{F909A296-E6C0-4F10-943A-F62A38C8106C}" destId="{97AE8BC8-A05F-4C67-B7DF-1EE32DB17B55}" srcOrd="0" destOrd="0" presId="urn:microsoft.com/office/officeart/2005/8/layout/hierarchy6"/>
    <dgm:cxn modelId="{1F849CEA-7DF9-49A6-9DE0-24135EAE7BBC}" type="presOf" srcId="{4EB2C54B-CD66-400F-BC89-DCFB750EF8A8}" destId="{5346E2AF-6E8B-499D-BA59-330A4B2ACA3C}" srcOrd="0" destOrd="0" presId="urn:microsoft.com/office/officeart/2005/8/layout/hierarchy6"/>
    <dgm:cxn modelId="{FBB4D0F2-EAF1-4C01-8925-2497B1FAEC4F}" srcId="{F909A296-E6C0-4F10-943A-F62A38C8106C}" destId="{1828AF3C-0FFF-446E-AA7D-71B7BB06ABFC}" srcOrd="0" destOrd="0" parTransId="{32D4BDAC-FCD4-4DF1-8A0E-16107C941E8B}" sibTransId="{7C7B68F0-AF31-4888-BCA8-4AC9F7F9D6D2}"/>
    <dgm:cxn modelId="{BBC09BF8-F5D5-4246-A12F-F8E9E4077711}" type="presOf" srcId="{B3358E8B-DEC7-47BC-B8FD-92971B648652}" destId="{3F0BC5DD-A22D-4A27-A412-382ACFCE5E5B}" srcOrd="0" destOrd="0" presId="urn:microsoft.com/office/officeart/2005/8/layout/hierarchy6"/>
    <dgm:cxn modelId="{FCC4F33F-A24B-4DDE-8F36-848BD921CF64}" type="presParOf" srcId="{5346E2AF-6E8B-499D-BA59-330A4B2ACA3C}" destId="{07403DAD-B4FB-44C9-BA5D-3767A9A6BA52}" srcOrd="0" destOrd="0" presId="urn:microsoft.com/office/officeart/2005/8/layout/hierarchy6"/>
    <dgm:cxn modelId="{800DB67F-A788-4E04-8975-14D56D1140DC}" type="presParOf" srcId="{07403DAD-B4FB-44C9-BA5D-3767A9A6BA52}" destId="{5342FD31-F6C2-4132-90A5-F3582555B479}" srcOrd="0" destOrd="0" presId="urn:microsoft.com/office/officeart/2005/8/layout/hierarchy6"/>
    <dgm:cxn modelId="{0D87583B-2687-4B30-99D4-D4BC3E5B8C63}" type="presParOf" srcId="{5342FD31-F6C2-4132-90A5-F3582555B479}" destId="{9A744A2F-6F56-4009-9B1F-C88D40DD7D65}" srcOrd="0" destOrd="0" presId="urn:microsoft.com/office/officeart/2005/8/layout/hierarchy6"/>
    <dgm:cxn modelId="{0EDD77EB-7B34-4A2A-90F3-FEE496D8ECC6}" type="presParOf" srcId="{9A744A2F-6F56-4009-9B1F-C88D40DD7D65}" destId="{A9CCC8A2-7F2C-483C-AB98-E51C733DC5C0}" srcOrd="0" destOrd="0" presId="urn:microsoft.com/office/officeart/2005/8/layout/hierarchy6"/>
    <dgm:cxn modelId="{0276851B-B5C4-455F-BE76-A3C4B4894743}" type="presParOf" srcId="{9A744A2F-6F56-4009-9B1F-C88D40DD7D65}" destId="{A5A78732-38E8-4C9D-A6BA-C2BEEBA3E561}" srcOrd="1" destOrd="0" presId="urn:microsoft.com/office/officeart/2005/8/layout/hierarchy6"/>
    <dgm:cxn modelId="{1AD494F5-0DBE-41AF-BEE1-B64CB813EF19}" type="presParOf" srcId="{A5A78732-38E8-4C9D-A6BA-C2BEEBA3E561}" destId="{E26C1EBE-17F7-41E0-9B64-3078D63C921B}" srcOrd="0" destOrd="0" presId="urn:microsoft.com/office/officeart/2005/8/layout/hierarchy6"/>
    <dgm:cxn modelId="{F1BC79F5-C7BE-4AC3-9B8B-029C9F6D8B1A}" type="presParOf" srcId="{A5A78732-38E8-4C9D-A6BA-C2BEEBA3E561}" destId="{FD08FFD7-791E-4120-8E10-B8202B4D41F1}" srcOrd="1" destOrd="0" presId="urn:microsoft.com/office/officeart/2005/8/layout/hierarchy6"/>
    <dgm:cxn modelId="{029D6DEB-7A68-4AEC-BFF0-4BB226D8F305}" type="presParOf" srcId="{FD08FFD7-791E-4120-8E10-B8202B4D41F1}" destId="{3F0BC5DD-A22D-4A27-A412-382ACFCE5E5B}" srcOrd="0" destOrd="0" presId="urn:microsoft.com/office/officeart/2005/8/layout/hierarchy6"/>
    <dgm:cxn modelId="{A3A76721-EF63-4455-AFF0-AE7D2D1ACB7C}" type="presParOf" srcId="{FD08FFD7-791E-4120-8E10-B8202B4D41F1}" destId="{4DEB3A92-9285-4601-87D9-8328DB46ED6A}" srcOrd="1" destOrd="0" presId="urn:microsoft.com/office/officeart/2005/8/layout/hierarchy6"/>
    <dgm:cxn modelId="{A6ABA03A-E5F4-43CA-B912-C45DFFFC5D9D}" type="presParOf" srcId="{4DEB3A92-9285-4601-87D9-8328DB46ED6A}" destId="{35D3537D-4A4A-465E-82F4-71658A840A0C}" srcOrd="0" destOrd="0" presId="urn:microsoft.com/office/officeart/2005/8/layout/hierarchy6"/>
    <dgm:cxn modelId="{EB896320-D984-4CF3-ADC7-1A795AFBD178}" type="presParOf" srcId="{4DEB3A92-9285-4601-87D9-8328DB46ED6A}" destId="{A55EB266-1CEB-48F6-9EBE-9B1E579691E8}" srcOrd="1" destOrd="0" presId="urn:microsoft.com/office/officeart/2005/8/layout/hierarchy6"/>
    <dgm:cxn modelId="{9557AC92-EB2E-4537-A317-710EF2EAD193}" type="presParOf" srcId="{A55EB266-1CEB-48F6-9EBE-9B1E579691E8}" destId="{1A09A5B5-33BF-4DFB-8E45-A9F9B2BE4734}" srcOrd="0" destOrd="0" presId="urn:microsoft.com/office/officeart/2005/8/layout/hierarchy6"/>
    <dgm:cxn modelId="{3F6AC528-E107-4426-9C3F-1B97C9EA60DB}" type="presParOf" srcId="{A55EB266-1CEB-48F6-9EBE-9B1E579691E8}" destId="{1CBCDD54-71FB-4846-B8EF-B9E7F5A226B5}" srcOrd="1" destOrd="0" presId="urn:microsoft.com/office/officeart/2005/8/layout/hierarchy6"/>
    <dgm:cxn modelId="{6CD4A9DB-ED10-4FEA-A8E3-97C3DEBD6DBB}" type="presParOf" srcId="{A5A78732-38E8-4C9D-A6BA-C2BEEBA3E561}" destId="{F4BE6A42-E4ED-4376-8B08-C067B79EFA15}" srcOrd="2" destOrd="0" presId="urn:microsoft.com/office/officeart/2005/8/layout/hierarchy6"/>
    <dgm:cxn modelId="{5BB4E4FF-7A77-4547-84AC-AA224AEA8312}" type="presParOf" srcId="{A5A78732-38E8-4C9D-A6BA-C2BEEBA3E561}" destId="{7C544F17-58E2-469A-8223-923CCA14EF06}" srcOrd="3" destOrd="0" presId="urn:microsoft.com/office/officeart/2005/8/layout/hierarchy6"/>
    <dgm:cxn modelId="{26A791E3-1ACF-45FF-974D-6259ECE3323B}" type="presParOf" srcId="{7C544F17-58E2-469A-8223-923CCA14EF06}" destId="{97AE8BC8-A05F-4C67-B7DF-1EE32DB17B55}" srcOrd="0" destOrd="0" presId="urn:microsoft.com/office/officeart/2005/8/layout/hierarchy6"/>
    <dgm:cxn modelId="{A5C76CE0-C4CD-448F-A1BA-9010C6490BCE}" type="presParOf" srcId="{7C544F17-58E2-469A-8223-923CCA14EF06}" destId="{57F1088B-D446-4D30-A0A4-70810CEB15D4}" srcOrd="1" destOrd="0" presId="urn:microsoft.com/office/officeart/2005/8/layout/hierarchy6"/>
    <dgm:cxn modelId="{AEA4F22A-C560-41D9-B098-FF465027C88B}" type="presParOf" srcId="{57F1088B-D446-4D30-A0A4-70810CEB15D4}" destId="{80095B25-F3F6-401E-BF23-E01239776693}" srcOrd="0" destOrd="0" presId="urn:microsoft.com/office/officeart/2005/8/layout/hierarchy6"/>
    <dgm:cxn modelId="{E5D29C2C-43C4-46FE-9E07-DB5044E75010}" type="presParOf" srcId="{57F1088B-D446-4D30-A0A4-70810CEB15D4}" destId="{E96725D0-8F31-46C3-85CB-0E79644D8D12}" srcOrd="1" destOrd="0" presId="urn:microsoft.com/office/officeart/2005/8/layout/hierarchy6"/>
    <dgm:cxn modelId="{0B179C3A-C0B4-4F5E-A982-65E74325250D}" type="presParOf" srcId="{E96725D0-8F31-46C3-85CB-0E79644D8D12}" destId="{616C62FE-3017-4F9E-96F9-E163774107B7}" srcOrd="0" destOrd="0" presId="urn:microsoft.com/office/officeart/2005/8/layout/hierarchy6"/>
    <dgm:cxn modelId="{18EA0BD0-6E76-4F0D-8B0A-8BD2ACE4D76A}" type="presParOf" srcId="{E96725D0-8F31-46C3-85CB-0E79644D8D12}" destId="{265D38B1-4B23-41A5-B7B9-930ED4E62C42}" srcOrd="1" destOrd="0" presId="urn:microsoft.com/office/officeart/2005/8/layout/hierarchy6"/>
    <dgm:cxn modelId="{A738C0DA-65A2-4743-876E-ACC5FF02999A}" type="presParOf" srcId="{5346E2AF-6E8B-499D-BA59-330A4B2ACA3C}" destId="{549EB64E-996D-4582-8CE8-1F39F43244AA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261A2EA-B71B-4F0F-A16D-0A0C3395315F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51040D08-9586-4F43-A689-6F1BFBF93D9F}">
      <dgm:prSet phldrT="[Text]" custT="1"/>
      <dgm:spPr/>
      <dgm:t>
        <a:bodyPr/>
        <a:lstStyle/>
        <a:p>
          <a:r>
            <a:rPr lang="ka-GE" sz="2000" dirty="0"/>
            <a:t>ბალანსი წლის დასაწყისში</a:t>
          </a:r>
          <a:endParaRPr lang="en-US" sz="2000" dirty="0"/>
        </a:p>
      </dgm:t>
    </dgm:pt>
    <dgm:pt modelId="{503ED20A-F774-4F69-8E0C-196A868C0FB6}" type="parTrans" cxnId="{42693CC4-AC8A-4BA5-8A05-A39E25DDAC69}">
      <dgm:prSet/>
      <dgm:spPr/>
      <dgm:t>
        <a:bodyPr/>
        <a:lstStyle/>
        <a:p>
          <a:endParaRPr lang="en-US"/>
        </a:p>
      </dgm:t>
    </dgm:pt>
    <dgm:pt modelId="{984240C6-275A-46B4-9E01-F249AF33B706}" type="sibTrans" cxnId="{42693CC4-AC8A-4BA5-8A05-A39E25DDAC69}">
      <dgm:prSet/>
      <dgm:spPr/>
      <dgm:t>
        <a:bodyPr/>
        <a:lstStyle/>
        <a:p>
          <a:endParaRPr lang="en-US"/>
        </a:p>
      </dgm:t>
    </dgm:pt>
    <dgm:pt modelId="{6C4004C7-3CE6-4612-9FD9-6152FFE4ECC0}">
      <dgm:prSet phldrT="[Text]" custT="1"/>
      <dgm:spPr/>
      <dgm:t>
        <a:bodyPr/>
        <a:lstStyle/>
        <a:p>
          <a:r>
            <a:rPr lang="ka-GE" sz="2000" dirty="0"/>
            <a:t>+ მოგება (ან ზარალი)</a:t>
          </a:r>
          <a:endParaRPr lang="en-US" sz="2000" dirty="0"/>
        </a:p>
      </dgm:t>
    </dgm:pt>
    <dgm:pt modelId="{C433B271-D485-4F4E-8AE4-101DFD86D351}" type="parTrans" cxnId="{CABC17AF-BBE7-4A23-A039-1A95DEABAA97}">
      <dgm:prSet/>
      <dgm:spPr/>
      <dgm:t>
        <a:bodyPr/>
        <a:lstStyle/>
        <a:p>
          <a:endParaRPr lang="en-US"/>
        </a:p>
      </dgm:t>
    </dgm:pt>
    <dgm:pt modelId="{F599A82E-B09B-4537-8D46-1D8BFDA35907}" type="sibTrans" cxnId="{CABC17AF-BBE7-4A23-A039-1A95DEABAA97}">
      <dgm:prSet/>
      <dgm:spPr/>
      <dgm:t>
        <a:bodyPr/>
        <a:lstStyle/>
        <a:p>
          <a:endParaRPr lang="en-US"/>
        </a:p>
      </dgm:t>
    </dgm:pt>
    <dgm:pt modelId="{8D5B7A7F-EFA4-4F27-A9CB-4E21D7E59BBF}">
      <dgm:prSet phldrT="[Text]" custT="1"/>
      <dgm:spPr/>
      <dgm:t>
        <a:bodyPr/>
        <a:lstStyle/>
        <a:p>
          <a:r>
            <a:rPr lang="ka-GE" sz="1800" dirty="0"/>
            <a:t>ფულადი სახსრების ნაკადები მფლობელისგან ან მფლობელისაკენ</a:t>
          </a:r>
          <a:endParaRPr lang="en-US" sz="1800" dirty="0"/>
        </a:p>
      </dgm:t>
    </dgm:pt>
    <dgm:pt modelId="{C2E9782C-6F48-4549-9DFD-4278936F963A}" type="parTrans" cxnId="{32B32287-D77B-43B9-B845-8908681F03D1}">
      <dgm:prSet/>
      <dgm:spPr/>
      <dgm:t>
        <a:bodyPr/>
        <a:lstStyle/>
        <a:p>
          <a:endParaRPr lang="en-US"/>
        </a:p>
      </dgm:t>
    </dgm:pt>
    <dgm:pt modelId="{7BEEA2D4-A905-4670-9ECA-B3F3E781D38A}" type="sibTrans" cxnId="{32B32287-D77B-43B9-B845-8908681F03D1}">
      <dgm:prSet/>
      <dgm:spPr/>
      <dgm:t>
        <a:bodyPr/>
        <a:lstStyle/>
        <a:p>
          <a:endParaRPr lang="en-US"/>
        </a:p>
      </dgm:t>
    </dgm:pt>
    <dgm:pt modelId="{7B6DB1CC-F00E-49B3-8D67-5A4964DAF61E}">
      <dgm:prSet phldrT="[Text]" custT="1"/>
      <dgm:spPr/>
      <dgm:t>
        <a:bodyPr/>
        <a:lstStyle/>
        <a:p>
          <a:r>
            <a:rPr lang="ka-GE" sz="2000" dirty="0"/>
            <a:t>ბალანსი წლის ბოლოს</a:t>
          </a:r>
          <a:endParaRPr lang="en-US" sz="2000" dirty="0"/>
        </a:p>
      </dgm:t>
    </dgm:pt>
    <dgm:pt modelId="{6A8A3248-9AD8-4360-9863-1144DF79D34E}" type="parTrans" cxnId="{CA720FF7-F097-46FD-AAA3-526396160087}">
      <dgm:prSet/>
      <dgm:spPr/>
      <dgm:t>
        <a:bodyPr/>
        <a:lstStyle/>
        <a:p>
          <a:endParaRPr lang="en-US"/>
        </a:p>
      </dgm:t>
    </dgm:pt>
    <dgm:pt modelId="{F81AD665-094E-4F4D-A7EC-C36A0CA37047}" type="sibTrans" cxnId="{CA720FF7-F097-46FD-AAA3-526396160087}">
      <dgm:prSet/>
      <dgm:spPr/>
      <dgm:t>
        <a:bodyPr/>
        <a:lstStyle/>
        <a:p>
          <a:endParaRPr lang="en-US"/>
        </a:p>
      </dgm:t>
    </dgm:pt>
    <dgm:pt modelId="{FD138F88-2F78-4165-B63B-D14F9AE29DFC}" type="pres">
      <dgm:prSet presAssocID="{F261A2EA-B71B-4F0F-A16D-0A0C3395315F}" presName="Name0" presStyleCnt="0">
        <dgm:presLayoutVars>
          <dgm:dir/>
          <dgm:resizeHandles val="exact"/>
        </dgm:presLayoutVars>
      </dgm:prSet>
      <dgm:spPr/>
    </dgm:pt>
    <dgm:pt modelId="{087BA90F-B343-4DF4-8DA7-603CDF59CA61}" type="pres">
      <dgm:prSet presAssocID="{51040D08-9586-4F43-A689-6F1BFBF93D9F}" presName="node" presStyleLbl="node1" presStyleIdx="0" presStyleCnt="4" custLinFactNeighborY="-75585">
        <dgm:presLayoutVars>
          <dgm:bulletEnabled val="1"/>
        </dgm:presLayoutVars>
      </dgm:prSet>
      <dgm:spPr/>
    </dgm:pt>
    <dgm:pt modelId="{6ED6B452-72E8-4D65-855F-0B9E7EE1FA38}" type="pres">
      <dgm:prSet presAssocID="{984240C6-275A-46B4-9E01-F249AF33B706}" presName="sibTrans" presStyleLbl="sibTrans2D1" presStyleIdx="0" presStyleCnt="3"/>
      <dgm:spPr/>
    </dgm:pt>
    <dgm:pt modelId="{735CE7A3-DDBB-4AB0-8E75-6BF7E17B6DC5}" type="pres">
      <dgm:prSet presAssocID="{984240C6-275A-46B4-9E01-F249AF33B706}" presName="connectorText" presStyleLbl="sibTrans2D1" presStyleIdx="0" presStyleCnt="3"/>
      <dgm:spPr/>
    </dgm:pt>
    <dgm:pt modelId="{88BBF074-D658-479F-9BC6-63D2F9CD5F90}" type="pres">
      <dgm:prSet presAssocID="{6C4004C7-3CE6-4612-9FD9-6152FFE4ECC0}" presName="node" presStyleLbl="node1" presStyleIdx="1" presStyleCnt="4" custLinFactNeighborX="-43173" custLinFactNeighborY="-14368">
        <dgm:presLayoutVars>
          <dgm:bulletEnabled val="1"/>
        </dgm:presLayoutVars>
      </dgm:prSet>
      <dgm:spPr/>
    </dgm:pt>
    <dgm:pt modelId="{B3515B69-744E-4D00-9BDE-B7188B6CB3D5}" type="pres">
      <dgm:prSet presAssocID="{F599A82E-B09B-4537-8D46-1D8BFDA35907}" presName="sibTrans" presStyleLbl="sibTrans2D1" presStyleIdx="1" presStyleCnt="3"/>
      <dgm:spPr/>
    </dgm:pt>
    <dgm:pt modelId="{63AE8717-51AF-43E1-8E53-3967DF6F1558}" type="pres">
      <dgm:prSet presAssocID="{F599A82E-B09B-4537-8D46-1D8BFDA35907}" presName="connectorText" presStyleLbl="sibTrans2D1" presStyleIdx="1" presStyleCnt="3"/>
      <dgm:spPr/>
    </dgm:pt>
    <dgm:pt modelId="{C497A0B8-3AEF-4929-AD6C-F56D204432D8}" type="pres">
      <dgm:prSet presAssocID="{8D5B7A7F-EFA4-4F27-A9CB-4E21D7E59BBF}" presName="node" presStyleLbl="node1" presStyleIdx="2" presStyleCnt="4" custScaleX="110497" custScaleY="105734" custLinFactNeighborX="-91144" custLinFactNeighborY="20648">
        <dgm:presLayoutVars>
          <dgm:bulletEnabled val="1"/>
        </dgm:presLayoutVars>
      </dgm:prSet>
      <dgm:spPr/>
    </dgm:pt>
    <dgm:pt modelId="{36C70D8B-5814-4B9C-9094-277A04F03B74}" type="pres">
      <dgm:prSet presAssocID="{7BEEA2D4-A905-4670-9ECA-B3F3E781D38A}" presName="sibTrans" presStyleLbl="sibTrans2D1" presStyleIdx="2" presStyleCnt="3"/>
      <dgm:spPr/>
    </dgm:pt>
    <dgm:pt modelId="{330A7563-B203-48EE-B275-733633B13A25}" type="pres">
      <dgm:prSet presAssocID="{7BEEA2D4-A905-4670-9ECA-B3F3E781D38A}" presName="connectorText" presStyleLbl="sibTrans2D1" presStyleIdx="2" presStyleCnt="3"/>
      <dgm:spPr/>
    </dgm:pt>
    <dgm:pt modelId="{9E46882A-93BE-4FEC-9504-821EF265F6D8}" type="pres">
      <dgm:prSet presAssocID="{7B6DB1CC-F00E-49B3-8D67-5A4964DAF61E}" presName="node" presStyleLbl="node1" presStyleIdx="3" presStyleCnt="4" custLinFactX="-16843" custLinFactNeighborX="-100000" custLinFactNeighborY="67331">
        <dgm:presLayoutVars>
          <dgm:bulletEnabled val="1"/>
        </dgm:presLayoutVars>
      </dgm:prSet>
      <dgm:spPr/>
    </dgm:pt>
  </dgm:ptLst>
  <dgm:cxnLst>
    <dgm:cxn modelId="{9DAFEC09-50F5-44F9-8405-18D3729C08BC}" type="presOf" srcId="{F599A82E-B09B-4537-8D46-1D8BFDA35907}" destId="{B3515B69-744E-4D00-9BDE-B7188B6CB3D5}" srcOrd="0" destOrd="0" presId="urn:microsoft.com/office/officeart/2005/8/layout/process1"/>
    <dgm:cxn modelId="{4252EE0F-95C2-43F8-B071-7BF6F37A3896}" type="presOf" srcId="{7BEEA2D4-A905-4670-9ECA-B3F3E781D38A}" destId="{330A7563-B203-48EE-B275-733633B13A25}" srcOrd="1" destOrd="0" presId="urn:microsoft.com/office/officeart/2005/8/layout/process1"/>
    <dgm:cxn modelId="{CA433421-7A77-4CA1-8C02-3E7FC48887C1}" type="presOf" srcId="{51040D08-9586-4F43-A689-6F1BFBF93D9F}" destId="{087BA90F-B343-4DF4-8DA7-603CDF59CA61}" srcOrd="0" destOrd="0" presId="urn:microsoft.com/office/officeart/2005/8/layout/process1"/>
    <dgm:cxn modelId="{67034137-4CDD-4E3C-8921-C23F4F33D771}" type="presOf" srcId="{F599A82E-B09B-4537-8D46-1D8BFDA35907}" destId="{63AE8717-51AF-43E1-8E53-3967DF6F1558}" srcOrd="1" destOrd="0" presId="urn:microsoft.com/office/officeart/2005/8/layout/process1"/>
    <dgm:cxn modelId="{32B32287-D77B-43B9-B845-8908681F03D1}" srcId="{F261A2EA-B71B-4F0F-A16D-0A0C3395315F}" destId="{8D5B7A7F-EFA4-4F27-A9CB-4E21D7E59BBF}" srcOrd="2" destOrd="0" parTransId="{C2E9782C-6F48-4549-9DFD-4278936F963A}" sibTransId="{7BEEA2D4-A905-4670-9ECA-B3F3E781D38A}"/>
    <dgm:cxn modelId="{A5D1908B-12A2-4B66-A620-09A90514A077}" type="presOf" srcId="{984240C6-275A-46B4-9E01-F249AF33B706}" destId="{735CE7A3-DDBB-4AB0-8E75-6BF7E17B6DC5}" srcOrd="1" destOrd="0" presId="urn:microsoft.com/office/officeart/2005/8/layout/process1"/>
    <dgm:cxn modelId="{2D8EC89B-D22E-4D8D-8BFE-E4155BFA4549}" type="presOf" srcId="{984240C6-275A-46B4-9E01-F249AF33B706}" destId="{6ED6B452-72E8-4D65-855F-0B9E7EE1FA38}" srcOrd="0" destOrd="0" presId="urn:microsoft.com/office/officeart/2005/8/layout/process1"/>
    <dgm:cxn modelId="{CABC17AF-BBE7-4A23-A039-1A95DEABAA97}" srcId="{F261A2EA-B71B-4F0F-A16D-0A0C3395315F}" destId="{6C4004C7-3CE6-4612-9FD9-6152FFE4ECC0}" srcOrd="1" destOrd="0" parTransId="{C433B271-D485-4F4E-8AE4-101DFD86D351}" sibTransId="{F599A82E-B09B-4537-8D46-1D8BFDA35907}"/>
    <dgm:cxn modelId="{6E0A6BB3-341F-4727-BE19-E9E7975C6DAC}" type="presOf" srcId="{F261A2EA-B71B-4F0F-A16D-0A0C3395315F}" destId="{FD138F88-2F78-4165-B63B-D14F9AE29DFC}" srcOrd="0" destOrd="0" presId="urn:microsoft.com/office/officeart/2005/8/layout/process1"/>
    <dgm:cxn modelId="{42693CC4-AC8A-4BA5-8A05-A39E25DDAC69}" srcId="{F261A2EA-B71B-4F0F-A16D-0A0C3395315F}" destId="{51040D08-9586-4F43-A689-6F1BFBF93D9F}" srcOrd="0" destOrd="0" parTransId="{503ED20A-F774-4F69-8E0C-196A868C0FB6}" sibTransId="{984240C6-275A-46B4-9E01-F249AF33B706}"/>
    <dgm:cxn modelId="{89B057C6-2C06-4766-A889-6D3A36DFD96C}" type="presOf" srcId="{7B6DB1CC-F00E-49B3-8D67-5A4964DAF61E}" destId="{9E46882A-93BE-4FEC-9504-821EF265F6D8}" srcOrd="0" destOrd="0" presId="urn:microsoft.com/office/officeart/2005/8/layout/process1"/>
    <dgm:cxn modelId="{292334D0-273A-4302-A385-BE2934313ECE}" type="presOf" srcId="{7BEEA2D4-A905-4670-9ECA-B3F3E781D38A}" destId="{36C70D8B-5814-4B9C-9094-277A04F03B74}" srcOrd="0" destOrd="0" presId="urn:microsoft.com/office/officeart/2005/8/layout/process1"/>
    <dgm:cxn modelId="{A857D0EE-A7EB-47E5-BF64-4283200B9219}" type="presOf" srcId="{8D5B7A7F-EFA4-4F27-A9CB-4E21D7E59BBF}" destId="{C497A0B8-3AEF-4929-AD6C-F56D204432D8}" srcOrd="0" destOrd="0" presId="urn:microsoft.com/office/officeart/2005/8/layout/process1"/>
    <dgm:cxn modelId="{CA720FF7-F097-46FD-AAA3-526396160087}" srcId="{F261A2EA-B71B-4F0F-A16D-0A0C3395315F}" destId="{7B6DB1CC-F00E-49B3-8D67-5A4964DAF61E}" srcOrd="3" destOrd="0" parTransId="{6A8A3248-9AD8-4360-9863-1144DF79D34E}" sibTransId="{F81AD665-094E-4F4D-A7EC-C36A0CA37047}"/>
    <dgm:cxn modelId="{294EABFB-3789-42BC-9B0A-1CBEF80530B5}" type="presOf" srcId="{6C4004C7-3CE6-4612-9FD9-6152FFE4ECC0}" destId="{88BBF074-D658-479F-9BC6-63D2F9CD5F90}" srcOrd="0" destOrd="0" presId="urn:microsoft.com/office/officeart/2005/8/layout/process1"/>
    <dgm:cxn modelId="{AB7F93A3-14F5-44ED-ADC6-15B693E10E48}" type="presParOf" srcId="{FD138F88-2F78-4165-B63B-D14F9AE29DFC}" destId="{087BA90F-B343-4DF4-8DA7-603CDF59CA61}" srcOrd="0" destOrd="0" presId="urn:microsoft.com/office/officeart/2005/8/layout/process1"/>
    <dgm:cxn modelId="{4F1D9CB9-9C4E-4FC0-8945-4FA52530B512}" type="presParOf" srcId="{FD138F88-2F78-4165-B63B-D14F9AE29DFC}" destId="{6ED6B452-72E8-4D65-855F-0B9E7EE1FA38}" srcOrd="1" destOrd="0" presId="urn:microsoft.com/office/officeart/2005/8/layout/process1"/>
    <dgm:cxn modelId="{9E75088C-3AEB-4382-BA57-CA64DC2DC898}" type="presParOf" srcId="{6ED6B452-72E8-4D65-855F-0B9E7EE1FA38}" destId="{735CE7A3-DDBB-4AB0-8E75-6BF7E17B6DC5}" srcOrd="0" destOrd="0" presId="urn:microsoft.com/office/officeart/2005/8/layout/process1"/>
    <dgm:cxn modelId="{551A52EC-5371-422A-A1D9-75F81620CD10}" type="presParOf" srcId="{FD138F88-2F78-4165-B63B-D14F9AE29DFC}" destId="{88BBF074-D658-479F-9BC6-63D2F9CD5F90}" srcOrd="2" destOrd="0" presId="urn:microsoft.com/office/officeart/2005/8/layout/process1"/>
    <dgm:cxn modelId="{1EC44158-3CEC-4A3D-9247-3244451D6626}" type="presParOf" srcId="{FD138F88-2F78-4165-B63B-D14F9AE29DFC}" destId="{B3515B69-744E-4D00-9BDE-B7188B6CB3D5}" srcOrd="3" destOrd="0" presId="urn:microsoft.com/office/officeart/2005/8/layout/process1"/>
    <dgm:cxn modelId="{9DA98C75-4C51-43A5-A75D-C1BA012F9629}" type="presParOf" srcId="{B3515B69-744E-4D00-9BDE-B7188B6CB3D5}" destId="{63AE8717-51AF-43E1-8E53-3967DF6F1558}" srcOrd="0" destOrd="0" presId="urn:microsoft.com/office/officeart/2005/8/layout/process1"/>
    <dgm:cxn modelId="{58057E1E-B0D6-4489-BC5F-A4560403B0B5}" type="presParOf" srcId="{FD138F88-2F78-4165-B63B-D14F9AE29DFC}" destId="{C497A0B8-3AEF-4929-AD6C-F56D204432D8}" srcOrd="4" destOrd="0" presId="urn:microsoft.com/office/officeart/2005/8/layout/process1"/>
    <dgm:cxn modelId="{23909FA8-3433-401D-9ABB-1E09617994F9}" type="presParOf" srcId="{FD138F88-2F78-4165-B63B-D14F9AE29DFC}" destId="{36C70D8B-5814-4B9C-9094-277A04F03B74}" srcOrd="5" destOrd="0" presId="urn:microsoft.com/office/officeart/2005/8/layout/process1"/>
    <dgm:cxn modelId="{AE707EDE-4BCB-451C-B920-DCD5CC4BFE98}" type="presParOf" srcId="{36C70D8B-5814-4B9C-9094-277A04F03B74}" destId="{330A7563-B203-48EE-B275-733633B13A25}" srcOrd="0" destOrd="0" presId="urn:microsoft.com/office/officeart/2005/8/layout/process1"/>
    <dgm:cxn modelId="{0FB010A3-A169-4E24-90C9-F5383F03BEEB}" type="presParOf" srcId="{FD138F88-2F78-4165-B63B-D14F9AE29DFC}" destId="{9E46882A-93BE-4FEC-9504-821EF265F6D8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A920891-8AE2-410A-A03B-1FE0AF1307FA}" type="doc">
      <dgm:prSet loTypeId="urn:microsoft.com/office/officeart/2005/8/layout/hierarchy4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D607C47-0753-42BC-8841-890BD6012585}">
      <dgm:prSet phldrT="[Text]" custT="1"/>
      <dgm:spPr/>
      <dgm:t>
        <a:bodyPr/>
        <a:lstStyle/>
        <a:p>
          <a:r>
            <a:rPr lang="ka-GE" sz="2800" dirty="0"/>
            <a:t>აქტივები - ვალდებულებები</a:t>
          </a:r>
          <a:r>
            <a:rPr lang="ka-GE" sz="4000" dirty="0"/>
            <a:t> = </a:t>
          </a:r>
          <a:r>
            <a:rPr lang="ka-GE" sz="2800" dirty="0"/>
            <a:t>მფლობელის კაპიტალს </a:t>
          </a:r>
          <a:endParaRPr lang="en-US" sz="2800" dirty="0"/>
        </a:p>
      </dgm:t>
    </dgm:pt>
    <dgm:pt modelId="{67E074FC-87AF-4198-B5E8-324D2E9F0F23}" type="parTrans" cxnId="{7F4EA60C-EB21-4395-8FAC-CF88DE4FA557}">
      <dgm:prSet/>
      <dgm:spPr/>
      <dgm:t>
        <a:bodyPr/>
        <a:lstStyle/>
        <a:p>
          <a:endParaRPr lang="en-US"/>
        </a:p>
      </dgm:t>
    </dgm:pt>
    <dgm:pt modelId="{C39C7A1A-760F-4D8C-B9FC-048A9665FA5F}" type="sibTrans" cxnId="{7F4EA60C-EB21-4395-8FAC-CF88DE4FA557}">
      <dgm:prSet/>
      <dgm:spPr/>
      <dgm:t>
        <a:bodyPr/>
        <a:lstStyle/>
        <a:p>
          <a:endParaRPr lang="en-US"/>
        </a:p>
      </dgm:t>
    </dgm:pt>
    <dgm:pt modelId="{E4380BFD-1155-4D04-9E92-EDAF6D67BE1D}" type="pres">
      <dgm:prSet presAssocID="{1A920891-8AE2-410A-A03B-1FE0AF1307FA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4D8A346-0B37-415F-A267-4CFCBC71242E}" type="pres">
      <dgm:prSet presAssocID="{5D607C47-0753-42BC-8841-890BD6012585}" presName="vertOne" presStyleCnt="0"/>
      <dgm:spPr/>
    </dgm:pt>
    <dgm:pt modelId="{630B7AF7-801A-438B-A279-9B65CDE6097F}" type="pres">
      <dgm:prSet presAssocID="{5D607C47-0753-42BC-8841-890BD6012585}" presName="txOne" presStyleLbl="node0" presStyleIdx="0" presStyleCnt="1">
        <dgm:presLayoutVars>
          <dgm:chPref val="3"/>
        </dgm:presLayoutVars>
      </dgm:prSet>
      <dgm:spPr/>
    </dgm:pt>
    <dgm:pt modelId="{32C36513-9DAE-4F34-9E43-0FCF9EE99330}" type="pres">
      <dgm:prSet presAssocID="{5D607C47-0753-42BC-8841-890BD6012585}" presName="horzOne" presStyleCnt="0"/>
      <dgm:spPr/>
    </dgm:pt>
  </dgm:ptLst>
  <dgm:cxnLst>
    <dgm:cxn modelId="{AF0DA204-2390-409F-82B4-FDE99C471F33}" type="presOf" srcId="{1A920891-8AE2-410A-A03B-1FE0AF1307FA}" destId="{E4380BFD-1155-4D04-9E92-EDAF6D67BE1D}" srcOrd="0" destOrd="0" presId="urn:microsoft.com/office/officeart/2005/8/layout/hierarchy4"/>
    <dgm:cxn modelId="{7F4EA60C-EB21-4395-8FAC-CF88DE4FA557}" srcId="{1A920891-8AE2-410A-A03B-1FE0AF1307FA}" destId="{5D607C47-0753-42BC-8841-890BD6012585}" srcOrd="0" destOrd="0" parTransId="{67E074FC-87AF-4198-B5E8-324D2E9F0F23}" sibTransId="{C39C7A1A-760F-4D8C-B9FC-048A9665FA5F}"/>
    <dgm:cxn modelId="{EEE63733-AAF2-4A08-B480-0C7596BE579F}" type="presOf" srcId="{5D607C47-0753-42BC-8841-890BD6012585}" destId="{630B7AF7-801A-438B-A279-9B65CDE6097F}" srcOrd="0" destOrd="0" presId="urn:microsoft.com/office/officeart/2005/8/layout/hierarchy4"/>
    <dgm:cxn modelId="{2460821B-6B28-42D2-B184-CB1FE3999F31}" type="presParOf" srcId="{E4380BFD-1155-4D04-9E92-EDAF6D67BE1D}" destId="{B4D8A346-0B37-415F-A267-4CFCBC71242E}" srcOrd="0" destOrd="0" presId="urn:microsoft.com/office/officeart/2005/8/layout/hierarchy4"/>
    <dgm:cxn modelId="{C4BD4AD2-B1E1-4656-B309-E5B4FD06CE3F}" type="presParOf" srcId="{B4D8A346-0B37-415F-A267-4CFCBC71242E}" destId="{630B7AF7-801A-438B-A279-9B65CDE6097F}" srcOrd="0" destOrd="0" presId="urn:microsoft.com/office/officeart/2005/8/layout/hierarchy4"/>
    <dgm:cxn modelId="{FEB2F2E5-B93E-43F2-A028-96753EA30AE2}" type="presParOf" srcId="{B4D8A346-0B37-415F-A267-4CFCBC71242E}" destId="{32C36513-9DAE-4F34-9E43-0FCF9EE99330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A920891-8AE2-410A-A03B-1FE0AF1307FA}" type="doc">
      <dgm:prSet loTypeId="urn:microsoft.com/office/officeart/2005/8/layout/hierarchy4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D607C47-0753-42BC-8841-890BD6012585}">
      <dgm:prSet phldrT="[Text]" custT="1"/>
      <dgm:spPr/>
      <dgm:t>
        <a:bodyPr/>
        <a:lstStyle/>
        <a:p>
          <a:r>
            <a:rPr lang="ka-GE" sz="2800" dirty="0"/>
            <a:t>აქტივები </a:t>
          </a:r>
          <a:r>
            <a:rPr lang="ka-GE" sz="4000" dirty="0"/>
            <a:t>= </a:t>
          </a:r>
          <a:r>
            <a:rPr lang="ka-GE" sz="2800" dirty="0"/>
            <a:t>ვალდებულებები + მფლობელის კაპიტალს </a:t>
          </a:r>
          <a:endParaRPr lang="en-US" sz="2800" dirty="0"/>
        </a:p>
      </dgm:t>
    </dgm:pt>
    <dgm:pt modelId="{67E074FC-87AF-4198-B5E8-324D2E9F0F23}" type="parTrans" cxnId="{7F4EA60C-EB21-4395-8FAC-CF88DE4FA557}">
      <dgm:prSet/>
      <dgm:spPr/>
      <dgm:t>
        <a:bodyPr/>
        <a:lstStyle/>
        <a:p>
          <a:endParaRPr lang="en-US"/>
        </a:p>
      </dgm:t>
    </dgm:pt>
    <dgm:pt modelId="{C39C7A1A-760F-4D8C-B9FC-048A9665FA5F}" type="sibTrans" cxnId="{7F4EA60C-EB21-4395-8FAC-CF88DE4FA557}">
      <dgm:prSet/>
      <dgm:spPr/>
      <dgm:t>
        <a:bodyPr/>
        <a:lstStyle/>
        <a:p>
          <a:endParaRPr lang="en-US"/>
        </a:p>
      </dgm:t>
    </dgm:pt>
    <dgm:pt modelId="{E4380BFD-1155-4D04-9E92-EDAF6D67BE1D}" type="pres">
      <dgm:prSet presAssocID="{1A920891-8AE2-410A-A03B-1FE0AF1307FA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4D8A346-0B37-415F-A267-4CFCBC71242E}" type="pres">
      <dgm:prSet presAssocID="{5D607C47-0753-42BC-8841-890BD6012585}" presName="vertOne" presStyleCnt="0"/>
      <dgm:spPr/>
    </dgm:pt>
    <dgm:pt modelId="{630B7AF7-801A-438B-A279-9B65CDE6097F}" type="pres">
      <dgm:prSet presAssocID="{5D607C47-0753-42BC-8841-890BD6012585}" presName="txOne" presStyleLbl="node0" presStyleIdx="0" presStyleCnt="1">
        <dgm:presLayoutVars>
          <dgm:chPref val="3"/>
        </dgm:presLayoutVars>
      </dgm:prSet>
      <dgm:spPr/>
    </dgm:pt>
    <dgm:pt modelId="{32C36513-9DAE-4F34-9E43-0FCF9EE99330}" type="pres">
      <dgm:prSet presAssocID="{5D607C47-0753-42BC-8841-890BD6012585}" presName="horzOne" presStyleCnt="0"/>
      <dgm:spPr/>
    </dgm:pt>
  </dgm:ptLst>
  <dgm:cxnLst>
    <dgm:cxn modelId="{AF0DA204-2390-409F-82B4-FDE99C471F33}" type="presOf" srcId="{1A920891-8AE2-410A-A03B-1FE0AF1307FA}" destId="{E4380BFD-1155-4D04-9E92-EDAF6D67BE1D}" srcOrd="0" destOrd="0" presId="urn:microsoft.com/office/officeart/2005/8/layout/hierarchy4"/>
    <dgm:cxn modelId="{7F4EA60C-EB21-4395-8FAC-CF88DE4FA557}" srcId="{1A920891-8AE2-410A-A03B-1FE0AF1307FA}" destId="{5D607C47-0753-42BC-8841-890BD6012585}" srcOrd="0" destOrd="0" parTransId="{67E074FC-87AF-4198-B5E8-324D2E9F0F23}" sibTransId="{C39C7A1A-760F-4D8C-B9FC-048A9665FA5F}"/>
    <dgm:cxn modelId="{EEE63733-AAF2-4A08-B480-0C7596BE579F}" type="presOf" srcId="{5D607C47-0753-42BC-8841-890BD6012585}" destId="{630B7AF7-801A-438B-A279-9B65CDE6097F}" srcOrd="0" destOrd="0" presId="urn:microsoft.com/office/officeart/2005/8/layout/hierarchy4"/>
    <dgm:cxn modelId="{2460821B-6B28-42D2-B184-CB1FE3999F31}" type="presParOf" srcId="{E4380BFD-1155-4D04-9E92-EDAF6D67BE1D}" destId="{B4D8A346-0B37-415F-A267-4CFCBC71242E}" srcOrd="0" destOrd="0" presId="urn:microsoft.com/office/officeart/2005/8/layout/hierarchy4"/>
    <dgm:cxn modelId="{C4BD4AD2-B1E1-4656-B309-E5B4FD06CE3F}" type="presParOf" srcId="{B4D8A346-0B37-415F-A267-4CFCBC71242E}" destId="{630B7AF7-801A-438B-A279-9B65CDE6097F}" srcOrd="0" destOrd="0" presId="urn:microsoft.com/office/officeart/2005/8/layout/hierarchy4"/>
    <dgm:cxn modelId="{FEB2F2E5-B93E-43F2-A028-96753EA30AE2}" type="presParOf" srcId="{B4D8A346-0B37-415F-A267-4CFCBC71242E}" destId="{32C36513-9DAE-4F34-9E43-0FCF9EE99330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5D83AC-E917-4ED5-B52E-BAA5F6D4B405}">
      <dsp:nvSpPr>
        <dsp:cNvPr id="0" name=""/>
        <dsp:cNvSpPr/>
      </dsp:nvSpPr>
      <dsp:spPr>
        <a:xfrm>
          <a:off x="4756278" y="1954753"/>
          <a:ext cx="2615282" cy="12446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48183"/>
              </a:lnTo>
              <a:lnTo>
                <a:pt x="2615282" y="848183"/>
              </a:lnTo>
              <a:lnTo>
                <a:pt x="2615282" y="1244636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DB1867-E13E-42D9-BA27-BE1716D6DA96}">
      <dsp:nvSpPr>
        <dsp:cNvPr id="0" name=""/>
        <dsp:cNvSpPr/>
      </dsp:nvSpPr>
      <dsp:spPr>
        <a:xfrm>
          <a:off x="2140995" y="1954753"/>
          <a:ext cx="2615282" cy="1244636"/>
        </a:xfrm>
        <a:custGeom>
          <a:avLst/>
          <a:gdLst/>
          <a:ahLst/>
          <a:cxnLst/>
          <a:rect l="0" t="0" r="0" b="0"/>
          <a:pathLst>
            <a:path>
              <a:moveTo>
                <a:pt x="2615282" y="0"/>
              </a:moveTo>
              <a:lnTo>
                <a:pt x="2615282" y="848183"/>
              </a:lnTo>
              <a:lnTo>
                <a:pt x="0" y="848183"/>
              </a:lnTo>
              <a:lnTo>
                <a:pt x="0" y="1244636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9E2EA66-226A-436E-B9E3-220CB504707D}">
      <dsp:nvSpPr>
        <dsp:cNvPr id="0" name=""/>
        <dsp:cNvSpPr/>
      </dsp:nvSpPr>
      <dsp:spPr>
        <a:xfrm>
          <a:off x="969815" y="371691"/>
          <a:ext cx="7572925" cy="15830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57D01A-3376-4CBA-B3AB-0DD3F409028B}">
      <dsp:nvSpPr>
        <dsp:cNvPr id="0" name=""/>
        <dsp:cNvSpPr/>
      </dsp:nvSpPr>
      <dsp:spPr>
        <a:xfrm>
          <a:off x="1445321" y="823421"/>
          <a:ext cx="7572925" cy="15830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a-GE" sz="3500" kern="1200" dirty="0"/>
            <a:t>ფინანსური ანგარიშგება</a:t>
          </a:r>
          <a:endParaRPr lang="en-US" sz="3500" kern="1200" dirty="0"/>
        </a:p>
      </dsp:txBody>
      <dsp:txXfrm>
        <a:off x="1491687" y="869787"/>
        <a:ext cx="7480193" cy="1490329"/>
      </dsp:txXfrm>
    </dsp:sp>
    <dsp:sp modelId="{B0686EDE-83E5-48F4-BD8D-F10A53526BA7}">
      <dsp:nvSpPr>
        <dsp:cNvPr id="0" name=""/>
        <dsp:cNvSpPr/>
      </dsp:nvSpPr>
      <dsp:spPr>
        <a:xfrm>
          <a:off x="1219" y="3199389"/>
          <a:ext cx="4279552" cy="166752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B41CFA-F4D1-4912-89D2-765AF36A7462}">
      <dsp:nvSpPr>
        <dsp:cNvPr id="0" name=""/>
        <dsp:cNvSpPr/>
      </dsp:nvSpPr>
      <dsp:spPr>
        <a:xfrm>
          <a:off x="476725" y="3651120"/>
          <a:ext cx="4279552" cy="16675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a-GE" sz="3500" kern="1200" dirty="0"/>
            <a:t>ბალანსი</a:t>
          </a:r>
          <a:endParaRPr lang="en-US" sz="3500" kern="1200" dirty="0"/>
        </a:p>
      </dsp:txBody>
      <dsp:txXfrm>
        <a:off x="525565" y="3699960"/>
        <a:ext cx="4181872" cy="1569842"/>
      </dsp:txXfrm>
    </dsp:sp>
    <dsp:sp modelId="{56352AAF-D227-4A7F-86C4-A8BF68F46A66}">
      <dsp:nvSpPr>
        <dsp:cNvPr id="0" name=""/>
        <dsp:cNvSpPr/>
      </dsp:nvSpPr>
      <dsp:spPr>
        <a:xfrm>
          <a:off x="5231783" y="3199389"/>
          <a:ext cx="4279552" cy="16374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F72BAE-2D1C-4BA5-965A-3621D685819F}">
      <dsp:nvSpPr>
        <dsp:cNvPr id="0" name=""/>
        <dsp:cNvSpPr/>
      </dsp:nvSpPr>
      <dsp:spPr>
        <a:xfrm>
          <a:off x="5707289" y="3651120"/>
          <a:ext cx="4279552" cy="163741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a-GE" sz="3500" kern="1200"/>
            <a:t>მოგებისა და ზარალის ანგარიში</a:t>
          </a:r>
          <a:endParaRPr lang="en-US" sz="3500" kern="1200" dirty="0"/>
        </a:p>
      </dsp:txBody>
      <dsp:txXfrm>
        <a:off x="5755247" y="3699078"/>
        <a:ext cx="4183636" cy="15414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0B7AF7-801A-438B-A279-9B65CDE6097F}">
      <dsp:nvSpPr>
        <dsp:cNvPr id="0" name=""/>
        <dsp:cNvSpPr/>
      </dsp:nvSpPr>
      <dsp:spPr>
        <a:xfrm>
          <a:off x="0" y="0"/>
          <a:ext cx="11168062" cy="23002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a-GE" sz="4000" kern="1200" dirty="0"/>
            <a:t>აქტივები</a:t>
          </a:r>
          <a:r>
            <a:rPr lang="ka-GE" sz="5400" kern="1200" dirty="0"/>
            <a:t> = </a:t>
          </a:r>
        </a:p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a-GE" sz="4000" kern="1200" dirty="0"/>
            <a:t>მფლობელის კაპიტალს + ვალდებულებები</a:t>
          </a:r>
          <a:endParaRPr lang="en-US" sz="4000" kern="1200" dirty="0"/>
        </a:p>
      </dsp:txBody>
      <dsp:txXfrm>
        <a:off x="67373" y="67373"/>
        <a:ext cx="11033316" cy="216554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CCC8A2-7F2C-483C-AB98-E51C733DC5C0}">
      <dsp:nvSpPr>
        <dsp:cNvPr id="0" name=""/>
        <dsp:cNvSpPr/>
      </dsp:nvSpPr>
      <dsp:spPr>
        <a:xfrm>
          <a:off x="2791635" y="310155"/>
          <a:ext cx="2544728" cy="5779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a-GE" sz="3200" kern="1200" dirty="0"/>
            <a:t>აქტივები</a:t>
          </a:r>
          <a:endParaRPr lang="en-US" sz="3200" kern="1200" dirty="0"/>
        </a:p>
      </dsp:txBody>
      <dsp:txXfrm>
        <a:off x="2808563" y="327083"/>
        <a:ext cx="2510872" cy="544119"/>
      </dsp:txXfrm>
    </dsp:sp>
    <dsp:sp modelId="{E26C1EBE-17F7-41E0-9B64-3078D63C921B}">
      <dsp:nvSpPr>
        <dsp:cNvPr id="0" name=""/>
        <dsp:cNvSpPr/>
      </dsp:nvSpPr>
      <dsp:spPr>
        <a:xfrm>
          <a:off x="2029731" y="888131"/>
          <a:ext cx="2034268" cy="178639"/>
        </a:xfrm>
        <a:custGeom>
          <a:avLst/>
          <a:gdLst/>
          <a:ahLst/>
          <a:cxnLst/>
          <a:rect l="0" t="0" r="0" b="0"/>
          <a:pathLst>
            <a:path>
              <a:moveTo>
                <a:pt x="2034268" y="0"/>
              </a:moveTo>
              <a:lnTo>
                <a:pt x="2034268" y="89319"/>
              </a:lnTo>
              <a:lnTo>
                <a:pt x="0" y="89319"/>
              </a:lnTo>
              <a:lnTo>
                <a:pt x="0" y="178639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F0BC5DD-A22D-4A27-A412-382ACFCE5E5B}">
      <dsp:nvSpPr>
        <dsp:cNvPr id="0" name=""/>
        <dsp:cNvSpPr/>
      </dsp:nvSpPr>
      <dsp:spPr>
        <a:xfrm>
          <a:off x="757367" y="1066771"/>
          <a:ext cx="2544728" cy="71479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a-GE" sz="2000" kern="1200" dirty="0"/>
            <a:t>გრძელვადიანი აქტივები</a:t>
          </a:r>
          <a:endParaRPr lang="en-US" sz="2000" kern="1200" dirty="0"/>
        </a:p>
      </dsp:txBody>
      <dsp:txXfrm>
        <a:off x="778303" y="1087707"/>
        <a:ext cx="2502856" cy="672925"/>
      </dsp:txXfrm>
    </dsp:sp>
    <dsp:sp modelId="{35D3537D-4A4A-465E-82F4-71658A840A0C}">
      <dsp:nvSpPr>
        <dsp:cNvPr id="0" name=""/>
        <dsp:cNvSpPr/>
      </dsp:nvSpPr>
      <dsp:spPr>
        <a:xfrm>
          <a:off x="1984011" y="1781568"/>
          <a:ext cx="91440" cy="15002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50020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09A5B5-33BF-4DFB-8E45-A9F9B2BE4734}">
      <dsp:nvSpPr>
        <dsp:cNvPr id="0" name=""/>
        <dsp:cNvSpPr/>
      </dsp:nvSpPr>
      <dsp:spPr>
        <a:xfrm>
          <a:off x="377172" y="1931588"/>
          <a:ext cx="3305118" cy="169648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a-GE" sz="1400" kern="1200" dirty="0"/>
            <a:t>ნებისმიერი მატერიალური ან არამატერიალური გრძელვადიანი აქტივი, რომელიც შეიძინეს საწარმოში ხანგრძლივი გამოყენების მიზნით;</a:t>
          </a:r>
          <a:br>
            <a:rPr lang="ka-GE" sz="1400" kern="1200" dirty="0"/>
          </a:br>
          <a:r>
            <a:rPr lang="ka-GE" sz="1400" kern="1200" dirty="0"/>
            <a:t>და არა გაყიდვის მიზნით საწარმოს ჩვეულებრივი საქმიანობის პირობებში</a:t>
          </a:r>
          <a:endParaRPr lang="en-US" sz="1400" kern="1200" dirty="0"/>
        </a:p>
      </dsp:txBody>
      <dsp:txXfrm>
        <a:off x="426860" y="1981276"/>
        <a:ext cx="3205742" cy="1597109"/>
      </dsp:txXfrm>
    </dsp:sp>
    <dsp:sp modelId="{F4BE6A42-E4ED-4376-8B08-C067B79EFA15}">
      <dsp:nvSpPr>
        <dsp:cNvPr id="0" name=""/>
        <dsp:cNvSpPr/>
      </dsp:nvSpPr>
      <dsp:spPr>
        <a:xfrm>
          <a:off x="4064000" y="888131"/>
          <a:ext cx="2034268" cy="1786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9319"/>
              </a:lnTo>
              <a:lnTo>
                <a:pt x="2034268" y="89319"/>
              </a:lnTo>
              <a:lnTo>
                <a:pt x="2034268" y="178639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AE8BC8-A05F-4C67-B7DF-1EE32DB17B55}">
      <dsp:nvSpPr>
        <dsp:cNvPr id="0" name=""/>
        <dsp:cNvSpPr/>
      </dsp:nvSpPr>
      <dsp:spPr>
        <a:xfrm>
          <a:off x="4825904" y="1066771"/>
          <a:ext cx="2544728" cy="71479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a-GE" sz="2000" kern="1200" dirty="0"/>
            <a:t>მოკლევადიანი აქტივები</a:t>
          </a:r>
          <a:endParaRPr lang="en-US" sz="2000" kern="1200" dirty="0"/>
        </a:p>
      </dsp:txBody>
      <dsp:txXfrm>
        <a:off x="4846840" y="1087707"/>
        <a:ext cx="2502856" cy="672925"/>
      </dsp:txXfrm>
    </dsp:sp>
    <dsp:sp modelId="{80095B25-F3F6-401E-BF23-E01239776693}">
      <dsp:nvSpPr>
        <dsp:cNvPr id="0" name=""/>
        <dsp:cNvSpPr/>
      </dsp:nvSpPr>
      <dsp:spPr>
        <a:xfrm>
          <a:off x="6052548" y="1781568"/>
          <a:ext cx="91440" cy="15002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50020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6C62FE-3017-4F9E-96F9-E163774107B7}">
      <dsp:nvSpPr>
        <dsp:cNvPr id="0" name=""/>
        <dsp:cNvSpPr/>
      </dsp:nvSpPr>
      <dsp:spPr>
        <a:xfrm>
          <a:off x="4445709" y="1931588"/>
          <a:ext cx="3305118" cy="169648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a-GE" sz="1400" kern="1200" dirty="0"/>
            <a:t>აქტივები, რომლებიც უნდა გაიყიდოს საწარმოს ჩვეულებრივი საქმიანობის პირობებში;</a:t>
          </a:r>
          <a:br>
            <a:rPr lang="ka-GE" sz="1400" kern="1200" dirty="0"/>
          </a:br>
          <a:r>
            <a:rPr lang="ka-GE" sz="1400" kern="1200" dirty="0"/>
            <a:t>ბალანსში აისახება ლიკვიდურობის მიხედვით, ნაკლებ ლიკვიდური პირველად</a:t>
          </a:r>
          <a:endParaRPr lang="en-US" sz="1400" kern="1200" dirty="0"/>
        </a:p>
      </dsp:txBody>
      <dsp:txXfrm>
        <a:off x="4495397" y="1981276"/>
        <a:ext cx="3205742" cy="159710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CCC8A2-7F2C-483C-AB98-E51C733DC5C0}">
      <dsp:nvSpPr>
        <dsp:cNvPr id="0" name=""/>
        <dsp:cNvSpPr/>
      </dsp:nvSpPr>
      <dsp:spPr>
        <a:xfrm>
          <a:off x="2246313" y="310155"/>
          <a:ext cx="3635373" cy="5779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a-GE" sz="3200" kern="1200" dirty="0"/>
            <a:t>ვალდებულებები</a:t>
          </a:r>
          <a:endParaRPr lang="en-US" sz="3200" kern="1200" dirty="0"/>
        </a:p>
      </dsp:txBody>
      <dsp:txXfrm>
        <a:off x="2263241" y="327083"/>
        <a:ext cx="3601517" cy="544119"/>
      </dsp:txXfrm>
    </dsp:sp>
    <dsp:sp modelId="{E26C1EBE-17F7-41E0-9B64-3078D63C921B}">
      <dsp:nvSpPr>
        <dsp:cNvPr id="0" name=""/>
        <dsp:cNvSpPr/>
      </dsp:nvSpPr>
      <dsp:spPr>
        <a:xfrm>
          <a:off x="2029731" y="888131"/>
          <a:ext cx="2034268" cy="178639"/>
        </a:xfrm>
        <a:custGeom>
          <a:avLst/>
          <a:gdLst/>
          <a:ahLst/>
          <a:cxnLst/>
          <a:rect l="0" t="0" r="0" b="0"/>
          <a:pathLst>
            <a:path>
              <a:moveTo>
                <a:pt x="2034268" y="0"/>
              </a:moveTo>
              <a:lnTo>
                <a:pt x="2034268" y="89319"/>
              </a:lnTo>
              <a:lnTo>
                <a:pt x="0" y="89319"/>
              </a:lnTo>
              <a:lnTo>
                <a:pt x="0" y="178639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F0BC5DD-A22D-4A27-A412-382ACFCE5E5B}">
      <dsp:nvSpPr>
        <dsp:cNvPr id="0" name=""/>
        <dsp:cNvSpPr/>
      </dsp:nvSpPr>
      <dsp:spPr>
        <a:xfrm>
          <a:off x="757367" y="1066771"/>
          <a:ext cx="2544728" cy="71479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a-GE" sz="2000" kern="1200" dirty="0"/>
            <a:t>გრძელვადიანი ვალდებულებები</a:t>
          </a:r>
          <a:endParaRPr lang="en-US" sz="2000" kern="1200" dirty="0"/>
        </a:p>
      </dsp:txBody>
      <dsp:txXfrm>
        <a:off x="778303" y="1087707"/>
        <a:ext cx="2502856" cy="672925"/>
      </dsp:txXfrm>
    </dsp:sp>
    <dsp:sp modelId="{35D3537D-4A4A-465E-82F4-71658A840A0C}">
      <dsp:nvSpPr>
        <dsp:cNvPr id="0" name=""/>
        <dsp:cNvSpPr/>
      </dsp:nvSpPr>
      <dsp:spPr>
        <a:xfrm>
          <a:off x="1984011" y="1781568"/>
          <a:ext cx="91440" cy="15002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50020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09A5B5-33BF-4DFB-8E45-A9F9B2BE4734}">
      <dsp:nvSpPr>
        <dsp:cNvPr id="0" name=""/>
        <dsp:cNvSpPr/>
      </dsp:nvSpPr>
      <dsp:spPr>
        <a:xfrm>
          <a:off x="377172" y="1931588"/>
          <a:ext cx="3305118" cy="169648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a-GE" sz="1400" kern="1200" dirty="0"/>
            <a:t>გადახდილ უნდა იქნეს ბალანსის შედგენის თარიღიდან 12 თვეზე მეტ დროში (მაგალითად სესხი)</a:t>
          </a:r>
          <a:endParaRPr lang="en-US" sz="1400" kern="1200" dirty="0"/>
        </a:p>
      </dsp:txBody>
      <dsp:txXfrm>
        <a:off x="426860" y="1981276"/>
        <a:ext cx="3205742" cy="1597109"/>
      </dsp:txXfrm>
    </dsp:sp>
    <dsp:sp modelId="{F4BE6A42-E4ED-4376-8B08-C067B79EFA15}">
      <dsp:nvSpPr>
        <dsp:cNvPr id="0" name=""/>
        <dsp:cNvSpPr/>
      </dsp:nvSpPr>
      <dsp:spPr>
        <a:xfrm>
          <a:off x="4064000" y="888131"/>
          <a:ext cx="2034268" cy="1786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9319"/>
              </a:lnTo>
              <a:lnTo>
                <a:pt x="2034268" y="89319"/>
              </a:lnTo>
              <a:lnTo>
                <a:pt x="2034268" y="178639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AE8BC8-A05F-4C67-B7DF-1EE32DB17B55}">
      <dsp:nvSpPr>
        <dsp:cNvPr id="0" name=""/>
        <dsp:cNvSpPr/>
      </dsp:nvSpPr>
      <dsp:spPr>
        <a:xfrm>
          <a:off x="4825904" y="1066771"/>
          <a:ext cx="2544728" cy="71479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a-GE" sz="2000" kern="1200" dirty="0"/>
            <a:t>მოკლევადიანი ვალდებულებები</a:t>
          </a:r>
          <a:endParaRPr lang="en-US" sz="2000" kern="1200" dirty="0"/>
        </a:p>
      </dsp:txBody>
      <dsp:txXfrm>
        <a:off x="4846840" y="1087707"/>
        <a:ext cx="2502856" cy="672925"/>
      </dsp:txXfrm>
    </dsp:sp>
    <dsp:sp modelId="{80095B25-F3F6-401E-BF23-E01239776693}">
      <dsp:nvSpPr>
        <dsp:cNvPr id="0" name=""/>
        <dsp:cNvSpPr/>
      </dsp:nvSpPr>
      <dsp:spPr>
        <a:xfrm>
          <a:off x="6052548" y="1781568"/>
          <a:ext cx="91440" cy="15002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50020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6C62FE-3017-4F9E-96F9-E163774107B7}">
      <dsp:nvSpPr>
        <dsp:cNvPr id="0" name=""/>
        <dsp:cNvSpPr/>
      </dsp:nvSpPr>
      <dsp:spPr>
        <a:xfrm>
          <a:off x="4445709" y="1931588"/>
          <a:ext cx="3305118" cy="169648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a-GE" sz="1400" kern="1200" dirty="0"/>
            <a:t>გადახდილ უნდა იქნეს ბალანსის შედგენის თარიღიდან 12 თვის განმავლობაში (მაგალითად, კრედიტორული დავალიანება, მოკლევადიანი სესხი, </a:t>
          </a:r>
          <a:r>
            <a:rPr lang="ka-GE" sz="1400" kern="1200" dirty="0" err="1"/>
            <a:t>ოვერდრაფტი</a:t>
          </a:r>
          <a:r>
            <a:rPr lang="ka-GE" sz="1400" kern="1200" dirty="0"/>
            <a:t>)</a:t>
          </a:r>
          <a:endParaRPr lang="en-US" sz="1400" kern="1200" dirty="0"/>
        </a:p>
      </dsp:txBody>
      <dsp:txXfrm>
        <a:off x="4495397" y="1981276"/>
        <a:ext cx="3205742" cy="159710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7BA90F-B343-4DF4-8DA7-603CDF59CA61}">
      <dsp:nvSpPr>
        <dsp:cNvPr id="0" name=""/>
        <dsp:cNvSpPr/>
      </dsp:nvSpPr>
      <dsp:spPr>
        <a:xfrm>
          <a:off x="6474" y="333367"/>
          <a:ext cx="2188949" cy="13146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a-GE" sz="2000" kern="1200" dirty="0"/>
            <a:t>ბალანსი წლის დასაწყისში</a:t>
          </a:r>
          <a:endParaRPr lang="en-US" sz="2000" kern="1200" dirty="0"/>
        </a:p>
      </dsp:txBody>
      <dsp:txXfrm>
        <a:off x="44979" y="371872"/>
        <a:ext cx="2111939" cy="1237643"/>
      </dsp:txXfrm>
    </dsp:sp>
    <dsp:sp modelId="{6ED6B452-72E8-4D65-855F-0B9E7EE1FA38}">
      <dsp:nvSpPr>
        <dsp:cNvPr id="0" name=""/>
        <dsp:cNvSpPr/>
      </dsp:nvSpPr>
      <dsp:spPr>
        <a:xfrm rot="1000589">
          <a:off x="2314026" y="1123895"/>
          <a:ext cx="275288" cy="5428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2315763" y="1220617"/>
        <a:ext cx="192702" cy="325715"/>
      </dsp:txXfrm>
    </dsp:sp>
    <dsp:sp modelId="{88BBF074-D658-479F-9BC6-63D2F9CD5F90}">
      <dsp:nvSpPr>
        <dsp:cNvPr id="0" name=""/>
        <dsp:cNvSpPr/>
      </dsp:nvSpPr>
      <dsp:spPr>
        <a:xfrm>
          <a:off x="2692990" y="1138158"/>
          <a:ext cx="2188949" cy="13146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a-GE" sz="2000" kern="1200" dirty="0"/>
            <a:t>+ მოგება (ან ზარალი)</a:t>
          </a:r>
          <a:endParaRPr lang="en-US" sz="2000" kern="1200" dirty="0"/>
        </a:p>
      </dsp:txBody>
      <dsp:txXfrm>
        <a:off x="2731495" y="1176663"/>
        <a:ext cx="2111939" cy="1237643"/>
      </dsp:txXfrm>
    </dsp:sp>
    <dsp:sp modelId="{B3515B69-744E-4D00-9BDE-B7188B6CB3D5}">
      <dsp:nvSpPr>
        <dsp:cNvPr id="0" name=""/>
        <dsp:cNvSpPr/>
      </dsp:nvSpPr>
      <dsp:spPr>
        <a:xfrm rot="568273">
          <a:off x="4994160" y="1745782"/>
          <a:ext cx="244781" cy="5428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4994661" y="1848312"/>
        <a:ext cx="171347" cy="325715"/>
      </dsp:txXfrm>
    </dsp:sp>
    <dsp:sp modelId="{C497A0B8-3AEF-4929-AD6C-F56D204432D8}">
      <dsp:nvSpPr>
        <dsp:cNvPr id="0" name=""/>
        <dsp:cNvSpPr/>
      </dsp:nvSpPr>
      <dsp:spPr>
        <a:xfrm>
          <a:off x="5337495" y="1560806"/>
          <a:ext cx="2418723" cy="13900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a-GE" sz="1800" kern="1200" dirty="0"/>
            <a:t>ფულადი სახსრების ნაკადები მფლობელისგან ან მფლობელისაკენ</a:t>
          </a:r>
          <a:endParaRPr lang="en-US" sz="1800" kern="1200" dirty="0"/>
        </a:p>
      </dsp:txBody>
      <dsp:txXfrm>
        <a:off x="5378208" y="1601519"/>
        <a:ext cx="2337297" cy="1308610"/>
      </dsp:txXfrm>
    </dsp:sp>
    <dsp:sp modelId="{36C70D8B-5814-4B9C-9094-277A04F03B74}">
      <dsp:nvSpPr>
        <dsp:cNvPr id="0" name=""/>
        <dsp:cNvSpPr/>
      </dsp:nvSpPr>
      <dsp:spPr>
        <a:xfrm rot="759329">
          <a:off x="7860725" y="2305599"/>
          <a:ext cx="233223" cy="5428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7861575" y="2406507"/>
        <a:ext cx="163256" cy="325715"/>
      </dsp:txXfrm>
    </dsp:sp>
    <dsp:sp modelId="{9E46882A-93BE-4FEC-9504-821EF265F6D8}">
      <dsp:nvSpPr>
        <dsp:cNvPr id="0" name=""/>
        <dsp:cNvSpPr/>
      </dsp:nvSpPr>
      <dsp:spPr>
        <a:xfrm>
          <a:off x="8185573" y="2212217"/>
          <a:ext cx="2188949" cy="13146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a-GE" sz="2000" kern="1200" dirty="0"/>
            <a:t>ბალანსი წლის ბოლოს</a:t>
          </a:r>
          <a:endParaRPr lang="en-US" sz="2000" kern="1200" dirty="0"/>
        </a:p>
      </dsp:txBody>
      <dsp:txXfrm>
        <a:off x="8224078" y="2250722"/>
        <a:ext cx="2111939" cy="123764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0B7AF7-801A-438B-A279-9B65CDE6097F}">
      <dsp:nvSpPr>
        <dsp:cNvPr id="0" name=""/>
        <dsp:cNvSpPr/>
      </dsp:nvSpPr>
      <dsp:spPr>
        <a:xfrm>
          <a:off x="4688" y="0"/>
          <a:ext cx="9591823" cy="7572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a-GE" sz="2800" kern="1200" dirty="0"/>
            <a:t>აქტივები - ვალდებულებები</a:t>
          </a:r>
          <a:r>
            <a:rPr lang="ka-GE" sz="4000" kern="1200" dirty="0"/>
            <a:t> = </a:t>
          </a:r>
          <a:r>
            <a:rPr lang="ka-GE" sz="2800" kern="1200" dirty="0"/>
            <a:t>მფლობელის კაპიტალს </a:t>
          </a:r>
          <a:endParaRPr lang="en-US" sz="2800" kern="1200" dirty="0"/>
        </a:p>
      </dsp:txBody>
      <dsp:txXfrm>
        <a:off x="26867" y="22179"/>
        <a:ext cx="9547465" cy="71287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0B7AF7-801A-438B-A279-9B65CDE6097F}">
      <dsp:nvSpPr>
        <dsp:cNvPr id="0" name=""/>
        <dsp:cNvSpPr/>
      </dsp:nvSpPr>
      <dsp:spPr>
        <a:xfrm>
          <a:off x="4688" y="0"/>
          <a:ext cx="9591823" cy="7572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a-GE" sz="2800" kern="1200" dirty="0"/>
            <a:t>აქტივები </a:t>
          </a:r>
          <a:r>
            <a:rPr lang="ka-GE" sz="4000" kern="1200" dirty="0"/>
            <a:t>= </a:t>
          </a:r>
          <a:r>
            <a:rPr lang="ka-GE" sz="2800" kern="1200" dirty="0"/>
            <a:t>ვალდებულებები + მფლობელის კაპიტალს </a:t>
          </a:r>
          <a:endParaRPr lang="en-US" sz="2800" kern="1200" dirty="0"/>
        </a:p>
      </dsp:txBody>
      <dsp:txXfrm>
        <a:off x="26867" y="22179"/>
        <a:ext cx="9547465" cy="7128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6373E-8DE6-4EF5-BAF3-C565CDDBB5CC}" type="datetimeFigureOut">
              <a:rPr lang="en-US" smtClean="0"/>
              <a:pPr/>
              <a:t>11/28/2021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90519-1F8C-4713-88FA-55E0F890F3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908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6373E-8DE6-4EF5-BAF3-C565CDDBB5CC}" type="datetimeFigureOut">
              <a:rPr lang="en-US" smtClean="0"/>
              <a:pPr/>
              <a:t>11/28/2021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90519-1F8C-4713-88FA-55E0F890F3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166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6373E-8DE6-4EF5-BAF3-C565CDDBB5CC}" type="datetimeFigureOut">
              <a:rPr lang="en-US" smtClean="0"/>
              <a:pPr/>
              <a:t>11/28/2021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90519-1F8C-4713-88FA-55E0F890F3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509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6373E-8DE6-4EF5-BAF3-C565CDDBB5CC}" type="datetimeFigureOut">
              <a:rPr lang="en-US" smtClean="0"/>
              <a:pPr/>
              <a:t>11/28/2021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90519-1F8C-4713-88FA-55E0F890F3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515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6373E-8DE6-4EF5-BAF3-C565CDDBB5CC}" type="datetimeFigureOut">
              <a:rPr lang="en-US" smtClean="0"/>
              <a:pPr/>
              <a:t>11/28/2021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90519-1F8C-4713-88FA-55E0F890F3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970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6373E-8DE6-4EF5-BAF3-C565CDDBB5CC}" type="datetimeFigureOut">
              <a:rPr lang="en-US" smtClean="0"/>
              <a:pPr/>
              <a:t>11/28/2021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90519-1F8C-4713-88FA-55E0F890F3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927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6373E-8DE6-4EF5-BAF3-C565CDDBB5CC}" type="datetimeFigureOut">
              <a:rPr lang="en-US" smtClean="0"/>
              <a:pPr/>
              <a:t>11/28/2021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90519-1F8C-4713-88FA-55E0F890F3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248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6373E-8DE6-4EF5-BAF3-C565CDDBB5CC}" type="datetimeFigureOut">
              <a:rPr lang="en-US" smtClean="0"/>
              <a:pPr/>
              <a:t>11/28/2021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90519-1F8C-4713-88FA-55E0F890F3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387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6373E-8DE6-4EF5-BAF3-C565CDDBB5CC}" type="datetimeFigureOut">
              <a:rPr lang="en-US" smtClean="0"/>
              <a:pPr/>
              <a:t>11/28/2021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90519-1F8C-4713-88FA-55E0F890F3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926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6373E-8DE6-4EF5-BAF3-C565CDDBB5CC}" type="datetimeFigureOut">
              <a:rPr lang="en-US" smtClean="0"/>
              <a:pPr/>
              <a:t>11/28/2021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90519-1F8C-4713-88FA-55E0F890F3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381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6373E-8DE6-4EF5-BAF3-C565CDDBB5CC}" type="datetimeFigureOut">
              <a:rPr lang="en-US" smtClean="0"/>
              <a:pPr/>
              <a:t>11/28/2021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90519-1F8C-4713-88FA-55E0F890F38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656534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6373E-8DE6-4EF5-BAF3-C565CDDBB5CC}" type="datetimeFigureOut">
              <a:rPr lang="en-US" smtClean="0"/>
              <a:pPr/>
              <a:t>11/28/2021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90519-1F8C-4713-88FA-55E0F890F3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2084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6373E-8DE6-4EF5-BAF3-C565CDDBB5CC}" type="datetimeFigureOut">
              <a:rPr lang="en-US" smtClean="0"/>
              <a:pPr/>
              <a:t>11/28/2021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90519-1F8C-4713-88FA-55E0F890F38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619873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6373E-8DE6-4EF5-BAF3-C565CDDBB5CC}" type="datetimeFigureOut">
              <a:rPr lang="en-US" smtClean="0"/>
              <a:pPr/>
              <a:t>11/28/2021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90519-1F8C-4713-88FA-55E0F890F3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5338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6373E-8DE6-4EF5-BAF3-C565CDDBB5CC}" type="datetimeFigureOut">
              <a:rPr lang="en-US" smtClean="0"/>
              <a:pPr/>
              <a:t>11/28/2021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90519-1F8C-4713-88FA-55E0F890F3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422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6373E-8DE6-4EF5-BAF3-C565CDDBB5CC}" type="datetimeFigureOut">
              <a:rPr lang="en-US" smtClean="0"/>
              <a:pPr/>
              <a:t>11/28/2021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90519-1F8C-4713-88FA-55E0F890F3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29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96373E-8DE6-4EF5-BAF3-C565CDDBB5CC}" type="datetimeFigureOut">
              <a:rPr lang="en-US" smtClean="0"/>
              <a:pPr/>
              <a:t>11/28/2021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BF90519-1F8C-4713-88FA-55E0F890F3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058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xQOnk6GCKxY" TargetMode="External" /><Relationship Id="rId2" Type="http://schemas.openxmlformats.org/officeDocument/2006/relationships/hyperlink" Target="https://youtu.be/cCmuG2LgxU8" TargetMode="External" /><Relationship Id="rId1" Type="http://schemas.openxmlformats.org/officeDocument/2006/relationships/slideLayout" Target="../slideLayouts/slideLayout2.xml" /><Relationship Id="rId5" Type="http://schemas.openxmlformats.org/officeDocument/2006/relationships/hyperlink" Target="https://youtu.be/G4jaWvUinzA" TargetMode="External" /><Relationship Id="rId4" Type="http://schemas.openxmlformats.org/officeDocument/2006/relationships/hyperlink" Target="https://youtu.be/OUfsBNv8qHk" TargetMode="Externa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 /><Relationship Id="rId2" Type="http://schemas.openxmlformats.org/officeDocument/2006/relationships/diagramData" Target="../diagrams/data1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1.xml" /><Relationship Id="rId5" Type="http://schemas.openxmlformats.org/officeDocument/2006/relationships/diagramColors" Target="../diagrams/colors1.xml" /><Relationship Id="rId4" Type="http://schemas.openxmlformats.org/officeDocument/2006/relationships/diagramQuickStyle" Target="../diagrams/quickStyle1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 /><Relationship Id="rId2" Type="http://schemas.openxmlformats.org/officeDocument/2006/relationships/diagramData" Target="../diagrams/data2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2.xml" /><Relationship Id="rId5" Type="http://schemas.openxmlformats.org/officeDocument/2006/relationships/diagramColors" Target="../diagrams/colors2.xml" /><Relationship Id="rId4" Type="http://schemas.openxmlformats.org/officeDocument/2006/relationships/diagramQuickStyle" Target="../diagrams/quickStyle2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 /><Relationship Id="rId2" Type="http://schemas.openxmlformats.org/officeDocument/2006/relationships/diagramData" Target="../diagrams/data3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3.xml" /><Relationship Id="rId5" Type="http://schemas.openxmlformats.org/officeDocument/2006/relationships/diagramColors" Target="../diagrams/colors3.xml" /><Relationship Id="rId4" Type="http://schemas.openxmlformats.org/officeDocument/2006/relationships/diagramQuickStyle" Target="../diagrams/quickStyle3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 /><Relationship Id="rId2" Type="http://schemas.openxmlformats.org/officeDocument/2006/relationships/diagramData" Target="../diagrams/data4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4.xml" /><Relationship Id="rId5" Type="http://schemas.openxmlformats.org/officeDocument/2006/relationships/diagramColors" Target="../diagrams/colors4.xml" /><Relationship Id="rId4" Type="http://schemas.openxmlformats.org/officeDocument/2006/relationships/diagramQuickStyle" Target="../diagrams/quickStyle4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 /><Relationship Id="rId2" Type="http://schemas.openxmlformats.org/officeDocument/2006/relationships/diagramData" Target="../diagrams/data5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5.xml" /><Relationship Id="rId5" Type="http://schemas.openxmlformats.org/officeDocument/2006/relationships/diagramColors" Target="../diagrams/colors5.xml" /><Relationship Id="rId4" Type="http://schemas.openxmlformats.org/officeDocument/2006/relationships/diagramQuickStyle" Target="../diagrams/quickStyle5.xml" 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.xml" /><Relationship Id="rId3" Type="http://schemas.openxmlformats.org/officeDocument/2006/relationships/diagramLayout" Target="../diagrams/layout6.xml" /><Relationship Id="rId7" Type="http://schemas.openxmlformats.org/officeDocument/2006/relationships/diagramData" Target="../diagrams/data7.xml" /><Relationship Id="rId2" Type="http://schemas.openxmlformats.org/officeDocument/2006/relationships/diagramData" Target="../diagrams/data6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6.xml" /><Relationship Id="rId11" Type="http://schemas.microsoft.com/office/2007/relationships/diagramDrawing" Target="../diagrams/drawing7.xml" /><Relationship Id="rId5" Type="http://schemas.openxmlformats.org/officeDocument/2006/relationships/diagramColors" Target="../diagrams/colors6.xml" /><Relationship Id="rId10" Type="http://schemas.openxmlformats.org/officeDocument/2006/relationships/diagramColors" Target="../diagrams/colors7.xml" /><Relationship Id="rId4" Type="http://schemas.openxmlformats.org/officeDocument/2006/relationships/diagramQuickStyle" Target="../diagrams/quickStyle6.xml" /><Relationship Id="rId9" Type="http://schemas.openxmlformats.org/officeDocument/2006/relationships/diagramQuickStyle" Target="../diagrams/quickStyle7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980111"/>
          </a:xfrm>
        </p:spPr>
        <p:txBody>
          <a:bodyPr/>
          <a:lstStyle/>
          <a:p>
            <a:r>
              <a:rPr lang="ka-GE" dirty="0"/>
              <a:t>ფინანსური აღრიცხვა </a:t>
            </a:r>
            <a:r>
              <a:rPr lang="en-US" dirty="0"/>
              <a:t>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17909" y="3944203"/>
            <a:ext cx="4156093" cy="1203529"/>
          </a:xfrm>
        </p:spPr>
        <p:txBody>
          <a:bodyPr>
            <a:normAutofit/>
          </a:bodyPr>
          <a:lstStyle/>
          <a:p>
            <a:r>
              <a:rPr lang="ka-GE" sz="2400" dirty="0"/>
              <a:t>ხატია ვაშაყმაძე</a:t>
            </a:r>
          </a:p>
          <a:p>
            <a:r>
              <a:rPr lang="ka-GE" sz="2400" dirty="0"/>
              <a:t>ლექცია </a:t>
            </a:r>
            <a:r>
              <a:rPr lang="en-US" sz="24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506136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01265" y="3442022"/>
            <a:ext cx="8113418" cy="980111"/>
          </a:xfrm>
        </p:spPr>
        <p:txBody>
          <a:bodyPr/>
          <a:lstStyle/>
          <a:p>
            <a:pPr algn="ctr"/>
            <a:r>
              <a:rPr lang="ka-GE" dirty="0"/>
              <a:t>ბალანსი და მოგებისა და ზარალის ანგარიშგება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053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88976" y="685800"/>
            <a:ext cx="10664824" cy="1752599"/>
          </a:xfrm>
        </p:spPr>
        <p:txBody>
          <a:bodyPr/>
          <a:lstStyle/>
          <a:p>
            <a:r>
              <a:rPr lang="ka-GE" dirty="0"/>
              <a:t>საკითხავი მასალა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760694" y="1680538"/>
            <a:ext cx="10515600" cy="40937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a-GE" sz="3200" dirty="0">
                <a:solidFill>
                  <a:schemeClr val="tx1"/>
                </a:solidFill>
              </a:rPr>
              <a:t>წიგნი </a:t>
            </a:r>
            <a:r>
              <a:rPr lang="en-US" sz="3200" dirty="0">
                <a:solidFill>
                  <a:schemeClr val="tx1"/>
                </a:solidFill>
              </a:rPr>
              <a:t>F3, </a:t>
            </a:r>
            <a:r>
              <a:rPr lang="ka-GE" sz="3200" dirty="0">
                <a:solidFill>
                  <a:schemeClr val="tx1"/>
                </a:solidFill>
              </a:rPr>
              <a:t>ფინანსური აღრიცხვა, </a:t>
            </a:r>
            <a:r>
              <a:rPr lang="en-US" sz="3200" dirty="0">
                <a:solidFill>
                  <a:schemeClr val="tx1"/>
                </a:solidFill>
              </a:rPr>
              <a:t>ACCA</a:t>
            </a:r>
            <a:r>
              <a:rPr lang="ka-GE" sz="3200" dirty="0">
                <a:solidFill>
                  <a:schemeClr val="tx1"/>
                </a:solidFill>
              </a:rPr>
              <a:t>, თავი </a:t>
            </a:r>
            <a:r>
              <a:rPr lang="en-US" sz="3200" dirty="0">
                <a:solidFill>
                  <a:schemeClr val="tx1"/>
                </a:solidFill>
              </a:rPr>
              <a:t>II</a:t>
            </a:r>
          </a:p>
          <a:p>
            <a:pPr marL="0" indent="0">
              <a:buNone/>
            </a:pPr>
            <a:r>
              <a:rPr lang="ka-GE" sz="3200" dirty="0">
                <a:solidFill>
                  <a:schemeClr val="tx1"/>
                </a:solidFill>
              </a:rPr>
              <a:t>ვიდეო ლექციები:</a:t>
            </a:r>
          </a:p>
          <a:p>
            <a:r>
              <a:rPr lang="en-US" sz="3200" dirty="0">
                <a:hlinkClick r:id="rId2"/>
              </a:rPr>
              <a:t>https://youtu.be/cCmuG2LgxU8</a:t>
            </a:r>
            <a:endParaRPr lang="en-US" sz="3200" dirty="0"/>
          </a:p>
          <a:p>
            <a:r>
              <a:rPr lang="en-US" sz="3200" dirty="0">
                <a:hlinkClick r:id="rId3"/>
              </a:rPr>
              <a:t>https://youtu.be/xQOnk6GCKxY</a:t>
            </a:r>
            <a:endParaRPr lang="en-US" sz="3200" dirty="0"/>
          </a:p>
          <a:p>
            <a:r>
              <a:rPr lang="en-US" sz="3200" dirty="0">
                <a:hlinkClick r:id="rId4"/>
              </a:rPr>
              <a:t>https://youtu.be/OUfsBNv8qHk</a:t>
            </a:r>
            <a:endParaRPr lang="en-US" sz="3200" dirty="0"/>
          </a:p>
          <a:p>
            <a:r>
              <a:rPr lang="en-US" sz="3200" dirty="0">
                <a:hlinkClick r:id="rId5"/>
              </a:rPr>
              <a:t>https://youtu.be/G4jaWvUinzA</a:t>
            </a:r>
            <a:br>
              <a:rPr lang="en-US" sz="3200" dirty="0"/>
            </a:br>
            <a:endParaRPr lang="en-US" sz="3200" dirty="0"/>
          </a:p>
          <a:p>
            <a:pPr marL="0" indent="0">
              <a:buNone/>
            </a:pPr>
            <a:endParaRPr lang="ka-GE" sz="3200" dirty="0"/>
          </a:p>
        </p:txBody>
      </p:sp>
    </p:spTree>
    <p:extLst>
      <p:ext uri="{BB962C8B-B14F-4D97-AF65-F5344CB8AC3E}">
        <p14:creationId xmlns:p14="http://schemas.microsoft.com/office/powerpoint/2010/main" val="1113983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9366774"/>
              </p:ext>
            </p:extLst>
          </p:nvPr>
        </p:nvGraphicFramePr>
        <p:xfrm>
          <a:off x="298939" y="351692"/>
          <a:ext cx="9988062" cy="56903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21426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88976" y="685800"/>
            <a:ext cx="10664824" cy="1752599"/>
          </a:xfrm>
        </p:spPr>
        <p:txBody>
          <a:bodyPr/>
          <a:lstStyle/>
          <a:p>
            <a:r>
              <a:rPr lang="ka-GE" dirty="0"/>
              <a:t>ფინანსური ანგარიშგება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88976" y="1617785"/>
            <a:ext cx="10515600" cy="409371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ka-GE" sz="3200" b="1" dirty="0">
                <a:solidFill>
                  <a:schemeClr val="tx1"/>
                </a:solidFill>
              </a:rPr>
              <a:t>ბალანსი</a:t>
            </a:r>
            <a:r>
              <a:rPr lang="ka-GE" sz="3200" dirty="0">
                <a:solidFill>
                  <a:schemeClr val="tx1"/>
                </a:solidFill>
              </a:rPr>
              <a:t> - გვიჩვენებს საწარმოს ფინანსურ მდგომარეობას დროის მოცემულ მომენტში;</a:t>
            </a:r>
          </a:p>
          <a:p>
            <a:pPr marL="0" indent="0" algn="just">
              <a:buNone/>
            </a:pPr>
            <a:endParaRPr lang="ka-GE" sz="3200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ka-GE" sz="3200" b="1" dirty="0">
                <a:solidFill>
                  <a:schemeClr val="tx1"/>
                </a:solidFill>
              </a:rPr>
              <a:t>მოგებისა და ზარალის ანგარიშგება </a:t>
            </a:r>
            <a:r>
              <a:rPr lang="ka-GE" sz="3200" dirty="0">
                <a:solidFill>
                  <a:schemeClr val="tx1"/>
                </a:solidFill>
              </a:rPr>
              <a:t>- გვიჩვენებს საწარმოს ფინანსური საქმიანობის შედეგს მოცემული დროის განმავლობაში.</a:t>
            </a:r>
          </a:p>
        </p:txBody>
      </p:sp>
    </p:spTree>
    <p:extLst>
      <p:ext uri="{BB962C8B-B14F-4D97-AF65-F5344CB8AC3E}">
        <p14:creationId xmlns:p14="http://schemas.microsoft.com/office/powerpoint/2010/main" val="2891410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88976" y="685800"/>
            <a:ext cx="10664824" cy="1752599"/>
          </a:xfrm>
        </p:spPr>
        <p:txBody>
          <a:bodyPr/>
          <a:lstStyle/>
          <a:p>
            <a:r>
              <a:rPr lang="ka-GE" dirty="0"/>
              <a:t>სამეურნეო ოპერაციები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88976" y="1617785"/>
            <a:ext cx="10515600" cy="4093716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ka-GE" sz="3200" dirty="0">
                <a:solidFill>
                  <a:schemeClr val="tx1"/>
                </a:solidFill>
              </a:rPr>
              <a:t>საქონლის გაყიდვა;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ka-GE" sz="3200" dirty="0">
                <a:solidFill>
                  <a:schemeClr val="tx1"/>
                </a:solidFill>
              </a:rPr>
              <a:t>მარაგის შესყიდვა გაყიდვის მიზნით;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ka-GE" sz="3200" dirty="0">
                <a:solidFill>
                  <a:schemeClr val="tx1"/>
                </a:solidFill>
              </a:rPr>
              <a:t>გრძელვადიანი აქტივების შეძენა;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ka-GE" sz="3200" dirty="0">
                <a:solidFill>
                  <a:schemeClr val="tx1"/>
                </a:solidFill>
              </a:rPr>
              <a:t>ხარჯების გადახდა;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ka-GE" sz="3200" dirty="0">
                <a:solidFill>
                  <a:schemeClr val="tx1"/>
                </a:solidFill>
              </a:rPr>
              <a:t>ახალი კაპიტალის ჩადება საწარმოში;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ka-GE" sz="3200" dirty="0">
                <a:solidFill>
                  <a:schemeClr val="tx1"/>
                </a:solidFill>
              </a:rPr>
              <a:t>საწარმოს მესაკუთრის მიერ თანხის ამოღება.</a:t>
            </a:r>
          </a:p>
        </p:txBody>
      </p:sp>
    </p:spTree>
    <p:extLst>
      <p:ext uri="{BB962C8B-B14F-4D97-AF65-F5344CB8AC3E}">
        <p14:creationId xmlns:p14="http://schemas.microsoft.com/office/powerpoint/2010/main" val="889589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88976" y="685800"/>
            <a:ext cx="10664824" cy="1752599"/>
          </a:xfrm>
        </p:spPr>
        <p:txBody>
          <a:bodyPr/>
          <a:lstStyle/>
          <a:p>
            <a:r>
              <a:rPr lang="ka-GE" dirty="0"/>
              <a:t>საწარმოს ავტონომიურობის პრინციპი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71475" y="1617785"/>
            <a:ext cx="10833101" cy="4093716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ka-GE" sz="3200" dirty="0">
                <a:solidFill>
                  <a:schemeClr val="tx1"/>
                </a:solidFill>
              </a:rPr>
              <a:t>საწარმოს ავტონომიურობის კონცეფცია გულისხმობს, რომ ფინანსური სააღრიცხვო ინფორმაცია ასახავს მხოლოდ სამეურნეო ერთეულის საქმიანობას და არა მისი მფლობელის საქმიანობას;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ka-GE" sz="3200" dirty="0">
                <a:solidFill>
                  <a:schemeClr val="tx1"/>
                </a:solidFill>
              </a:rPr>
              <a:t>სამეურნეო ერთეული განიხილება ცალკე, მისი მფლობელისაგან დამოუკიდებლად.</a:t>
            </a:r>
          </a:p>
        </p:txBody>
      </p:sp>
    </p:spTree>
    <p:extLst>
      <p:ext uri="{BB962C8B-B14F-4D97-AF65-F5344CB8AC3E}">
        <p14:creationId xmlns:p14="http://schemas.microsoft.com/office/powerpoint/2010/main" val="228103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88976" y="71434"/>
            <a:ext cx="10664824" cy="1752599"/>
          </a:xfrm>
        </p:spPr>
        <p:txBody>
          <a:bodyPr/>
          <a:lstStyle/>
          <a:p>
            <a:r>
              <a:rPr lang="ka-GE" dirty="0"/>
              <a:t>ბალანსი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138" y="888311"/>
            <a:ext cx="7586662" cy="5937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842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88976" y="685800"/>
            <a:ext cx="10664824" cy="1752599"/>
          </a:xfrm>
        </p:spPr>
        <p:txBody>
          <a:bodyPr/>
          <a:lstStyle/>
          <a:p>
            <a:r>
              <a:rPr lang="ka-GE" dirty="0"/>
              <a:t>საბალანსო ტოლობა</a:t>
            </a:r>
            <a:endParaRPr lang="en-US" dirty="0"/>
          </a:p>
        </p:txBody>
      </p:sp>
      <p:graphicFrame>
        <p:nvGraphicFramePr>
          <p:cNvPr id="2" name="Content Placeholder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9331816"/>
              </p:ext>
            </p:extLst>
          </p:nvPr>
        </p:nvGraphicFramePr>
        <p:xfrm>
          <a:off x="185738" y="2157413"/>
          <a:ext cx="11168062" cy="23002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916222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88976" y="185721"/>
            <a:ext cx="10664824" cy="1752599"/>
          </a:xfrm>
        </p:spPr>
        <p:txBody>
          <a:bodyPr/>
          <a:lstStyle/>
          <a:p>
            <a:r>
              <a:rPr lang="ka-GE" dirty="0"/>
              <a:t>აქტივები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71475" y="900103"/>
            <a:ext cx="10833101" cy="453992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ka-GE" sz="2800" b="1" dirty="0">
                <a:solidFill>
                  <a:schemeClr val="tx1"/>
                </a:solidFill>
              </a:rPr>
              <a:t>აქტივი</a:t>
            </a:r>
            <a:r>
              <a:rPr lang="ka-GE" sz="2800" dirty="0">
                <a:solidFill>
                  <a:schemeClr val="tx1"/>
                </a:solidFill>
              </a:rPr>
              <a:t> არის ის, რასაც საწარმო ფლობს ან აკონტროლებს</a:t>
            </a:r>
            <a:r>
              <a:rPr lang="ka-GE" sz="3200" dirty="0">
                <a:solidFill>
                  <a:schemeClr val="tx1"/>
                </a:solidFill>
              </a:rPr>
              <a:t>: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ka-GE" sz="2400" dirty="0">
                <a:solidFill>
                  <a:schemeClr val="tx1"/>
                </a:solidFill>
              </a:rPr>
              <a:t>მარაგი (წარმოებული პროდუქცია ან გასაყიდად შესყიდული საქონელი);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ka-GE" sz="2400" dirty="0">
                <a:solidFill>
                  <a:schemeClr val="tx1"/>
                </a:solidFill>
              </a:rPr>
              <a:t>დებიტორული დავალიანება;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ka-GE" sz="2400" dirty="0">
                <a:solidFill>
                  <a:schemeClr val="tx1"/>
                </a:solidFill>
              </a:rPr>
              <a:t>ფული;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ka-GE" sz="2400" dirty="0">
                <a:solidFill>
                  <a:schemeClr val="tx1"/>
                </a:solidFill>
              </a:rPr>
              <a:t>გრძელვადიანი აქტივები და სხვა</a:t>
            </a:r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3575707023"/>
              </p:ext>
            </p:extLst>
          </p:nvPr>
        </p:nvGraphicFramePr>
        <p:xfrm>
          <a:off x="2868612" y="2956650"/>
          <a:ext cx="8128000" cy="49667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17776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88976" y="185721"/>
            <a:ext cx="10664824" cy="1752599"/>
          </a:xfrm>
        </p:spPr>
        <p:txBody>
          <a:bodyPr/>
          <a:lstStyle/>
          <a:p>
            <a:r>
              <a:rPr lang="ka-GE" dirty="0"/>
              <a:t>ვალდებულებები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71475" y="900103"/>
            <a:ext cx="10833101" cy="453992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ka-GE" sz="2800" b="1" dirty="0">
                <a:solidFill>
                  <a:schemeClr val="tx1"/>
                </a:solidFill>
              </a:rPr>
              <a:t>ვალდებულება</a:t>
            </a:r>
            <a:r>
              <a:rPr lang="ka-GE" sz="2800" dirty="0">
                <a:solidFill>
                  <a:schemeClr val="tx1"/>
                </a:solidFill>
              </a:rPr>
              <a:t> არის ის, რაც საწარმოს მართებს სხვა პირების მიმართ:</a:t>
            </a:r>
            <a:endParaRPr lang="ka-GE" sz="2400" dirty="0">
              <a:solidFill>
                <a:schemeClr val="tx1"/>
              </a:solidFill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ka-GE" sz="2400" dirty="0">
                <a:solidFill>
                  <a:schemeClr val="tx1"/>
                </a:solidFill>
              </a:rPr>
              <a:t>კრედიტორული დავალიანება;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ka-GE" sz="2400" dirty="0">
                <a:solidFill>
                  <a:schemeClr val="tx1"/>
                </a:solidFill>
              </a:rPr>
              <a:t>სესხი.</a:t>
            </a:r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3864223708"/>
              </p:ext>
            </p:extLst>
          </p:nvPr>
        </p:nvGraphicFramePr>
        <p:xfrm>
          <a:off x="1296987" y="2652702"/>
          <a:ext cx="8128000" cy="49667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930111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88976" y="485758"/>
            <a:ext cx="10664824" cy="1752599"/>
          </a:xfrm>
        </p:spPr>
        <p:txBody>
          <a:bodyPr/>
          <a:lstStyle/>
          <a:p>
            <a:r>
              <a:rPr lang="ka-GE" dirty="0"/>
              <a:t>კაპიტალი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571501" y="1871663"/>
            <a:ext cx="8301038" cy="391126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ka-GE" sz="2800" b="1" dirty="0">
                <a:solidFill>
                  <a:schemeClr val="tx1"/>
                </a:solidFill>
              </a:rPr>
              <a:t>კაპიტალი </a:t>
            </a:r>
            <a:r>
              <a:rPr lang="ka-GE" sz="2400" dirty="0">
                <a:solidFill>
                  <a:schemeClr val="tx1"/>
                </a:solidFill>
              </a:rPr>
              <a:t>არის ვალდებულების სახეობა, რომელიც საწარმოს თავისი მფლობელის მართებს. ყოველ წელს იგი გაიზრდება ახალი კაპიტალის ჩადებითა და საწარმოში მოგების მიღებით, ხოლო შემცირდება მესაკუთრის მიერ საწარმოდან თანხის ამოღებით.</a:t>
            </a:r>
            <a:endParaRPr lang="ka-GE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4525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88976" y="485758"/>
            <a:ext cx="10664824" cy="1752599"/>
          </a:xfrm>
        </p:spPr>
        <p:txBody>
          <a:bodyPr/>
          <a:lstStyle/>
          <a:p>
            <a:r>
              <a:rPr lang="ka-GE" dirty="0"/>
              <a:t>მოგებისა და ზარალის ანგარიშგება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403" y="1362057"/>
            <a:ext cx="8905357" cy="5010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3289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88976" y="485758"/>
            <a:ext cx="10664824" cy="1752599"/>
          </a:xfrm>
        </p:spPr>
        <p:txBody>
          <a:bodyPr/>
          <a:lstStyle/>
          <a:p>
            <a:r>
              <a:rPr lang="ka-GE" dirty="0"/>
              <a:t>მოგება - ზარალის ანგარიში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0" y="1351722"/>
            <a:ext cx="11767931" cy="4431207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ka-GE" sz="2000" dirty="0">
                <a:solidFill>
                  <a:schemeClr val="tx1"/>
                </a:solidFill>
              </a:rPr>
              <a:t>მოგებისა და ზარალის ანგარიშგება გვიჩვენებს საწარმოს საქმიანობას დროის მოცემული პერიოდის მანძილზე;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ka-GE" sz="2000" dirty="0">
                <a:solidFill>
                  <a:schemeClr val="tx1"/>
                </a:solidFill>
              </a:rPr>
              <a:t>მოგებისა და ზარალის ანგარიშგება მზადდება დარიცხვის კონცეფციის შესაბამისად; შემოსავალი და ხარჯები </a:t>
            </a:r>
            <a:r>
              <a:rPr lang="ka-GE" sz="2000" dirty="0" err="1">
                <a:solidFill>
                  <a:schemeClr val="tx1"/>
                </a:solidFill>
              </a:rPr>
              <a:t>აღიარდება</a:t>
            </a:r>
            <a:r>
              <a:rPr lang="ka-GE" sz="2000" dirty="0">
                <a:solidFill>
                  <a:schemeClr val="tx1"/>
                </a:solidFill>
              </a:rPr>
              <a:t> წარმოშობისთანავე, მიუხედავად იმისა, იყო თუ არა ფული მიღებული ან გადახდილი;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ka-GE" sz="2000" dirty="0">
                <a:solidFill>
                  <a:schemeClr val="tx1"/>
                </a:solidFill>
              </a:rPr>
              <a:t>გაყიდვებიდან ამონაგები გვიჩვენებს წლის განმავლობაში საქონლის გაყიდვიდან მიღებულ შემოსავალს, მიუხედავად იმისა, მოხდა თუ არა ფულის გადახდა;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ka-GE" sz="2000" dirty="0">
                <a:solidFill>
                  <a:schemeClr val="tx1"/>
                </a:solidFill>
              </a:rPr>
              <a:t>რეალიზაციიდან ამონაგებს უნდა </a:t>
            </a:r>
            <a:r>
              <a:rPr lang="ka-GE" sz="2000" dirty="0" err="1">
                <a:solidFill>
                  <a:schemeClr val="tx1"/>
                </a:solidFill>
              </a:rPr>
              <a:t>გამოაკლდეს</a:t>
            </a:r>
            <a:r>
              <a:rPr lang="ka-GE" sz="2000" dirty="0">
                <a:solidFill>
                  <a:schemeClr val="tx1"/>
                </a:solidFill>
              </a:rPr>
              <a:t> რეალიზებული საქონლის თვითღირებულება (მარაგის საწყისი ნაშთი + შესყიდვები - საბოლოო მარაგის გამოკლებით);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ka-GE" sz="2000" dirty="0">
                <a:solidFill>
                  <a:schemeClr val="tx1"/>
                </a:solidFill>
              </a:rPr>
              <a:t>ანგარიშგება გაყოფილია ორ ნაწილად, პირველი გვიჩვენებს საერთო მოგების გაანგარიშებას, ხოლო მეორე - წმინდა მოგებას;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ka-GE" sz="2000" dirty="0">
                <a:solidFill>
                  <a:schemeClr val="tx1"/>
                </a:solidFill>
              </a:rPr>
              <a:t>საერთო მოგების შეფარდებით რეალიზაციიდან </a:t>
            </a:r>
            <a:r>
              <a:rPr lang="ka-GE" sz="2000" dirty="0" err="1">
                <a:solidFill>
                  <a:schemeClr val="tx1"/>
                </a:solidFill>
              </a:rPr>
              <a:t>ამონაგებთან</a:t>
            </a:r>
            <a:r>
              <a:rPr lang="ka-GE" sz="2000" dirty="0">
                <a:solidFill>
                  <a:schemeClr val="tx1"/>
                </a:solidFill>
              </a:rPr>
              <a:t> ვიღებთ საერთო მოგების მარჟას.</a:t>
            </a:r>
          </a:p>
        </p:txBody>
      </p:sp>
    </p:spTree>
    <p:extLst>
      <p:ext uri="{BB962C8B-B14F-4D97-AF65-F5344CB8AC3E}">
        <p14:creationId xmlns:p14="http://schemas.microsoft.com/office/powerpoint/2010/main" val="36423838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88976" y="228574"/>
            <a:ext cx="10664824" cy="1752599"/>
          </a:xfrm>
        </p:spPr>
        <p:txBody>
          <a:bodyPr/>
          <a:lstStyle/>
          <a:p>
            <a:r>
              <a:rPr lang="ka-GE" dirty="0"/>
              <a:t>ბალანსისა და მოგება - ზარალის ანგარიშგების ურთიერთკავშირი</a:t>
            </a:r>
            <a:endParaRPr lang="en-US" dirty="0"/>
          </a:p>
        </p:txBody>
      </p:sp>
      <p:graphicFrame>
        <p:nvGraphicFramePr>
          <p:cNvPr id="2" name="Content Placeholder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874599"/>
              </p:ext>
            </p:extLst>
          </p:nvPr>
        </p:nvGraphicFramePr>
        <p:xfrm>
          <a:off x="142874" y="1814514"/>
          <a:ext cx="11625263" cy="3968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97138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88976" y="485758"/>
            <a:ext cx="10664824" cy="1752599"/>
          </a:xfrm>
        </p:spPr>
        <p:txBody>
          <a:bodyPr/>
          <a:lstStyle/>
          <a:p>
            <a:r>
              <a:rPr lang="ka-GE" dirty="0"/>
              <a:t>ბუღალტრული ტოლობა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71451" y="3471863"/>
            <a:ext cx="9601200" cy="2482516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ka-GE" sz="2000" dirty="0">
                <a:solidFill>
                  <a:schemeClr val="tx1"/>
                </a:solidFill>
              </a:rPr>
              <a:t>აქტივებს მინუს ვალდებულებებს სხვაგვარად </a:t>
            </a:r>
            <a:r>
              <a:rPr lang="ka-GE" sz="2000" b="1" dirty="0">
                <a:solidFill>
                  <a:schemeClr val="tx1"/>
                </a:solidFill>
              </a:rPr>
              <a:t>ნეტო აქტივებს </a:t>
            </a:r>
            <a:r>
              <a:rPr lang="ka-GE" sz="2000" dirty="0">
                <a:solidFill>
                  <a:schemeClr val="tx1"/>
                </a:solidFill>
              </a:rPr>
              <a:t>უწოდებენ;</a:t>
            </a:r>
          </a:p>
          <a:p>
            <a:pPr algn="just">
              <a:buFont typeface="Wingdings" panose="05000000000000000000" pitchFamily="2" charset="2"/>
              <a:buChar char="ü"/>
            </a:pPr>
            <a:endParaRPr lang="ka-GE" sz="2000" dirty="0">
              <a:solidFill>
                <a:schemeClr val="tx1"/>
              </a:solidFill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ka-GE" sz="2000" dirty="0">
                <a:solidFill>
                  <a:schemeClr val="tx1"/>
                </a:solidFill>
              </a:rPr>
              <a:t>თითოეულ სამეურნეო ოპერაციას, რომელსაც საწარმო ატარებს ან აღრიცხავს, ორი მხარე აქვს და ორმაგ გავლენას ახდენს საწარმოსა და ბუღალტრულ ტოლობაზე. ამდენად </a:t>
            </a:r>
            <a:r>
              <a:rPr lang="ka-GE" sz="2000" b="1" dirty="0">
                <a:solidFill>
                  <a:schemeClr val="tx1"/>
                </a:solidFill>
              </a:rPr>
              <a:t>ორადი გატარების კონცეფციას </a:t>
            </a:r>
            <a:r>
              <a:rPr lang="ka-GE" sz="2000" dirty="0">
                <a:solidFill>
                  <a:schemeClr val="tx1"/>
                </a:solidFill>
              </a:rPr>
              <a:t>უწოდებენ.</a:t>
            </a:r>
          </a:p>
        </p:txBody>
      </p:sp>
      <p:graphicFrame>
        <p:nvGraphicFramePr>
          <p:cNvPr id="4" name="Content Placeholder 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75255602"/>
              </p:ext>
            </p:extLst>
          </p:nvPr>
        </p:nvGraphicFramePr>
        <p:xfrm>
          <a:off x="171451" y="2184178"/>
          <a:ext cx="9601200" cy="7572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Content Placeholder 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3438291"/>
              </p:ext>
            </p:extLst>
          </p:nvPr>
        </p:nvGraphicFramePr>
        <p:xfrm>
          <a:off x="171451" y="1362057"/>
          <a:ext cx="9601200" cy="7572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4705473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10884" y="3067050"/>
            <a:ext cx="8596668" cy="1320800"/>
          </a:xfrm>
        </p:spPr>
        <p:txBody>
          <a:bodyPr>
            <a:normAutofit/>
          </a:bodyPr>
          <a:lstStyle/>
          <a:p>
            <a:r>
              <a:rPr lang="ka-GE" dirty="0"/>
              <a:t>მადლობა ყურადღებისთვის!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18521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926</TotalTime>
  <Words>476</Words>
  <Application>Microsoft Office PowerPoint</Application>
  <PresentationFormat>Widescreen</PresentationFormat>
  <Paragraphs>74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Facet</vt:lpstr>
      <vt:lpstr>ფინანსური აღრიცხვა I</vt:lpstr>
      <vt:lpstr>ბალანსი და მოგებისა და ზარალის ანგარიშგება</vt:lpstr>
      <vt:lpstr>საკითხავი მასალა</vt:lpstr>
      <vt:lpstr>PowerPoint Presentation</vt:lpstr>
      <vt:lpstr>ფინანსური ანგარიშგება</vt:lpstr>
      <vt:lpstr>სამეურნეო ოპერაციები</vt:lpstr>
      <vt:lpstr>საწარმოს ავტონომიურობის პრინციპი</vt:lpstr>
      <vt:lpstr>ბალანსი</vt:lpstr>
      <vt:lpstr>საბალანსო ტოლობა</vt:lpstr>
      <vt:lpstr>აქტივები</vt:lpstr>
      <vt:lpstr>ვალდებულებები</vt:lpstr>
      <vt:lpstr>კაპიტალი</vt:lpstr>
      <vt:lpstr>მოგებისა და ზარალის ანგარიშგება</vt:lpstr>
      <vt:lpstr>მოგება - ზარალის ანგარიში</vt:lpstr>
      <vt:lpstr>ბალანსისა და მოგება - ზარალის ანგარიშგების ურთიერთკავშირი</vt:lpstr>
      <vt:lpstr>ბუღალტრული ტოლობა</vt:lpstr>
      <vt:lpstr>მადლობა ყურადღებისთვის!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ფინანსური აღრიცხვა II</dc:title>
  <dc:creator>Windows User</dc:creator>
  <cp:lastModifiedBy>temo tsignadze</cp:lastModifiedBy>
  <cp:revision>45</cp:revision>
  <dcterms:created xsi:type="dcterms:W3CDTF">2019-03-22T04:58:26Z</dcterms:created>
  <dcterms:modified xsi:type="dcterms:W3CDTF">2021-11-28T03:37:04Z</dcterms:modified>
</cp:coreProperties>
</file>